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 id="2147483660" r:id="rId3"/>
  </p:sldMasterIdLst>
  <p:sldIdLst>
    <p:sldId id="273" r:id="rId4"/>
    <p:sldId id="257" r:id="rId5"/>
    <p:sldId id="258" r:id="rId6"/>
    <p:sldId id="259" r:id="rId7"/>
    <p:sldId id="260" r:id="rId8"/>
    <p:sldId id="261" r:id="rId9"/>
    <p:sldId id="262" r:id="rId10"/>
    <p:sldId id="263" r:id="rId11"/>
    <p:sldId id="264" r:id="rId12"/>
    <p:sldId id="270" r:id="rId13"/>
    <p:sldId id="266" r:id="rId14"/>
    <p:sldId id="267" r:id="rId15"/>
    <p:sldId id="268" r:id="rId16"/>
    <p:sldId id="272" r:id="rId17"/>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1" autoAdjust="0"/>
    <p:restoredTop sz="94660"/>
  </p:normalViewPr>
  <p:slideViewPr>
    <p:cSldViewPr snapToGrid="0" showGuides="1">
      <p:cViewPr varScale="1">
        <p:scale>
          <a:sx n="53" d="100"/>
          <a:sy n="53" d="100"/>
        </p:scale>
        <p:origin x="180" y="54"/>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slide" Target="slides/slide1.xml"/><Relationship Id="rId3" Type="http://schemas.openxmlformats.org/officeDocument/2006/relationships/slideMaster" Target="slideMasters/slideMaster2.xml"/><Relationship Id="rId20" Type="http://schemas.openxmlformats.org/officeDocument/2006/relationships/tableStyles" Target="tableStyles.xml"/><Relationship Id="rId2" Type="http://schemas.openxmlformats.org/officeDocument/2006/relationships/theme" Target="theme/theme1.xml"/><Relationship Id="rId19" Type="http://schemas.openxmlformats.org/officeDocument/2006/relationships/viewProps" Target="viewProps.xml"/><Relationship Id="rId18" Type="http://schemas.openxmlformats.org/officeDocument/2006/relationships/presProps" Target="presProps.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slideLayouts/_rels/slideLayout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6" Type="http://schemas.openxmlformats.org/officeDocument/2006/relationships/tags" Target="../tags/tag4.xml"/><Relationship Id="rId5" Type="http://schemas.openxmlformats.org/officeDocument/2006/relationships/tags" Target="../tags/tag3.xml"/><Relationship Id="rId4" Type="http://schemas.openxmlformats.org/officeDocument/2006/relationships/tags" Target="../tags/tag2.xml"/><Relationship Id="rId3" Type="http://schemas.openxmlformats.org/officeDocument/2006/relationships/image" Target="../media/image3.png"/><Relationship Id="rId2" Type="http://schemas.openxmlformats.org/officeDocument/2006/relationships/tags" Target="../tags/tag1.xml"/><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6" Type="http://schemas.openxmlformats.org/officeDocument/2006/relationships/tags" Target="../tags/tag9.xml"/><Relationship Id="rId5" Type="http://schemas.openxmlformats.org/officeDocument/2006/relationships/tags" Target="../tags/tag8.xml"/><Relationship Id="rId4" Type="http://schemas.openxmlformats.org/officeDocument/2006/relationships/tags" Target="../tags/tag7.xml"/><Relationship Id="rId3" Type="http://schemas.openxmlformats.org/officeDocument/2006/relationships/tags" Target="../tags/tag6.xml"/><Relationship Id="rId2" Type="http://schemas.openxmlformats.org/officeDocument/2006/relationships/tags" Target="../tags/tag5.xml"/><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4" Type="http://schemas.openxmlformats.org/officeDocument/2006/relationships/tags" Target="../tags/tag11.xml"/><Relationship Id="rId3" Type="http://schemas.openxmlformats.org/officeDocument/2006/relationships/image" Target="../media/image4.png"/><Relationship Id="rId2" Type="http://schemas.openxmlformats.org/officeDocument/2006/relationships/tags" Target="../tags/tag10.xml"/><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image" Target="../media/image5.png"/><Relationship Id="rId2" Type="http://schemas.openxmlformats.org/officeDocument/2006/relationships/tags" Target="../tags/tag12.xml"/><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7" Type="http://schemas.openxmlformats.org/officeDocument/2006/relationships/tags" Target="../tags/tag20.xml"/><Relationship Id="rId6" Type="http://schemas.openxmlformats.org/officeDocument/2006/relationships/tags" Target="../tags/tag19.xml"/><Relationship Id="rId5" Type="http://schemas.openxmlformats.org/officeDocument/2006/relationships/tags" Target="../tags/tag18.xml"/><Relationship Id="rId4" Type="http://schemas.openxmlformats.org/officeDocument/2006/relationships/tags" Target="../tags/tag17.xml"/><Relationship Id="rId3" Type="http://schemas.openxmlformats.org/officeDocument/2006/relationships/tags" Target="../tags/tag16.xml"/><Relationship Id="rId2" Type="http://schemas.openxmlformats.org/officeDocument/2006/relationships/tags" Target="../tags/tag15.xml"/><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9" Type="http://schemas.openxmlformats.org/officeDocument/2006/relationships/tags" Target="../tags/tag28.xml"/><Relationship Id="rId8" Type="http://schemas.openxmlformats.org/officeDocument/2006/relationships/tags" Target="../tags/tag27.xml"/><Relationship Id="rId7" Type="http://schemas.openxmlformats.org/officeDocument/2006/relationships/tags" Target="../tags/tag26.xml"/><Relationship Id="rId6" Type="http://schemas.openxmlformats.org/officeDocument/2006/relationships/tags" Target="../tags/tag25.xml"/><Relationship Id="rId5" Type="http://schemas.openxmlformats.org/officeDocument/2006/relationships/tags" Target="../tags/tag24.xml"/><Relationship Id="rId4" Type="http://schemas.openxmlformats.org/officeDocument/2006/relationships/tags" Target="../tags/tag23.xml"/><Relationship Id="rId3" Type="http://schemas.openxmlformats.org/officeDocument/2006/relationships/tags" Target="../tags/tag22.xml"/><Relationship Id="rId2" Type="http://schemas.openxmlformats.org/officeDocument/2006/relationships/tags" Target="../tags/tag21.xml"/><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5" Type="http://schemas.openxmlformats.org/officeDocument/2006/relationships/tags" Target="../tags/tag32.xml"/><Relationship Id="rId4" Type="http://schemas.openxmlformats.org/officeDocument/2006/relationships/tags" Target="../tags/tag31.xml"/><Relationship Id="rId3" Type="http://schemas.openxmlformats.org/officeDocument/2006/relationships/tags" Target="../tags/tag30.xml"/><Relationship Id="rId2" Type="http://schemas.openxmlformats.org/officeDocument/2006/relationships/tags" Target="../tags/tag29.xml"/><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4" Type="http://schemas.openxmlformats.org/officeDocument/2006/relationships/tags" Target="../tags/tag35.xml"/><Relationship Id="rId3" Type="http://schemas.openxmlformats.org/officeDocument/2006/relationships/tags" Target="../tags/tag34.xml"/><Relationship Id="rId2" Type="http://schemas.openxmlformats.org/officeDocument/2006/relationships/tags" Target="../tags/tag33.xml"/><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5" Type="http://schemas.openxmlformats.org/officeDocument/2006/relationships/tags" Target="../tags/tag39.xml"/><Relationship Id="rId4" Type="http://schemas.openxmlformats.org/officeDocument/2006/relationships/tags" Target="../tags/tag38.xml"/><Relationship Id="rId3" Type="http://schemas.openxmlformats.org/officeDocument/2006/relationships/tags" Target="../tags/tag37.xml"/><Relationship Id="rId2" Type="http://schemas.openxmlformats.org/officeDocument/2006/relationships/tags" Target="../tags/tag36.xml"/><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6" Type="http://schemas.openxmlformats.org/officeDocument/2006/relationships/tags" Target="../tags/tag44.xml"/><Relationship Id="rId5" Type="http://schemas.openxmlformats.org/officeDocument/2006/relationships/tags" Target="../tags/tag43.xml"/><Relationship Id="rId4" Type="http://schemas.openxmlformats.org/officeDocument/2006/relationships/tags" Target="../tags/tag42.xml"/><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8" Type="http://schemas.openxmlformats.org/officeDocument/2006/relationships/tags" Target="../tags/tag50.xml"/><Relationship Id="rId7" Type="http://schemas.openxmlformats.org/officeDocument/2006/relationships/tags" Target="../tags/tag49.xml"/><Relationship Id="rId6" Type="http://schemas.openxmlformats.org/officeDocument/2006/relationships/tags" Target="../tags/tag48.xml"/><Relationship Id="rId5" Type="http://schemas.openxmlformats.org/officeDocument/2006/relationships/tags" Target="../tags/tag47.xml"/><Relationship Id="rId4" Type="http://schemas.openxmlformats.org/officeDocument/2006/relationships/tags" Target="../tags/tag46.xml"/><Relationship Id="rId3" Type="http://schemas.openxmlformats.org/officeDocument/2006/relationships/image" Target="../media/image6.png"/><Relationship Id="rId2" Type="http://schemas.openxmlformats.org/officeDocument/2006/relationships/tags" Target="../tags/tag45.xml"/><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Title Slide">
    <p:bg>
      <p:bgPr>
        <a:solidFill>
          <a:schemeClr val="bg1"/>
        </a:solidFill>
        <a:effectLst/>
      </p:bgPr>
    </p:bg>
    <p:spTree>
      <p:nvGrpSpPr>
        <p:cNvPr id="1" name=""/>
        <p:cNvGrpSpPr/>
        <p:nvPr/>
      </p:nvGrpSpPr>
      <p:grpSpPr>
        <a:xfrm>
          <a:off x="0" y="0"/>
          <a:ext cx="0" cy="0"/>
          <a:chOff x="0" y="0"/>
          <a:chExt cx="0" cy="0"/>
        </a:xfrm>
      </p:grpSpPr>
      <p:pic>
        <p:nvPicPr>
          <p:cNvPr id="2050" name="Picture 2"/>
          <p:cNvPicPr>
            <a:picLocks noChangeAspect="1"/>
          </p:cNvPicPr>
          <p:nvPr/>
        </p:nvPicPr>
        <p:blipFill>
          <a:blip r:embed="rId2"/>
          <a:stretch>
            <a:fillRect/>
          </a:stretch>
        </p:blipFill>
        <p:spPr>
          <a:xfrm>
            <a:off x="0" y="0"/>
            <a:ext cx="12208933" cy="6858000"/>
          </a:xfrm>
          <a:prstGeom prst="rect">
            <a:avLst/>
          </a:prstGeom>
          <a:noFill/>
          <a:ln w="9525">
            <a:noFill/>
          </a:ln>
        </p:spPr>
      </p:pic>
      <p:sp>
        <p:nvSpPr>
          <p:cNvPr id="2051" name="Rectangle 3"/>
          <p:cNvSpPr>
            <a:spLocks noGrp="1" noChangeArrowheads="1"/>
          </p:cNvSpPr>
          <p:nvPr>
            <p:ph type="ctrTitle"/>
          </p:nvPr>
        </p:nvSpPr>
        <p:spPr>
          <a:xfrm>
            <a:off x="624417" y="1196975"/>
            <a:ext cx="10943167" cy="1082675"/>
          </a:xfrm>
        </p:spPr>
        <p:txBody>
          <a:bodyPr/>
          <a:lstStyle>
            <a:lvl1pPr algn="ctr">
              <a:defRPr>
                <a:solidFill>
                  <a:schemeClr val="bg1"/>
                </a:solidFill>
              </a:defRPr>
            </a:lvl1pPr>
          </a:lstStyle>
          <a:p>
            <a:pPr lvl="0"/>
            <a:r>
              <a:rPr lang="en-US" altLang="zh-CN" noProof="0" smtClean="0"/>
              <a:t>Click to edit Master title style</a:t>
            </a:r>
            <a:endParaRPr lang="en-US" altLang="zh-CN" noProof="0" smtClean="0"/>
          </a:p>
        </p:txBody>
      </p:sp>
      <p:sp>
        <p:nvSpPr>
          <p:cNvPr id="2052" name="Rectangle 4"/>
          <p:cNvSpPr>
            <a:spLocks noGrp="1" noChangeArrowheads="1"/>
          </p:cNvSpPr>
          <p:nvPr>
            <p:ph type="subTitle" idx="1"/>
          </p:nvPr>
        </p:nvSpPr>
        <p:spPr>
          <a:xfrm>
            <a:off x="626533" y="2422525"/>
            <a:ext cx="10949517" cy="1752600"/>
          </a:xfrm>
        </p:spPr>
        <p:txBody>
          <a:bodyPr/>
          <a:lstStyle>
            <a:lvl1pPr marL="0" indent="0" algn="ctr">
              <a:buFontTx/>
              <a:buNone/>
              <a:defRPr>
                <a:solidFill>
                  <a:schemeClr val="bg1"/>
                </a:solidFill>
              </a:defRPr>
            </a:lvl1pPr>
          </a:lstStyle>
          <a:p>
            <a:pPr lvl="0"/>
            <a:r>
              <a:rPr lang="en-US" altLang="zh-CN" noProof="0" smtClean="0"/>
              <a:t>Click to edit Master subtitle style</a:t>
            </a:r>
            <a:endParaRPr lang="en-US" altLang="zh-CN" noProof="0" smtClean="0"/>
          </a:p>
        </p:txBody>
      </p:sp>
      <p:sp>
        <p:nvSpPr>
          <p:cNvPr id="9" name="Rectangle 5"/>
          <p:cNvSpPr>
            <a:spLocks noGrp="1" noChangeArrowheads="1"/>
          </p:cNvSpPr>
          <p:nvPr>
            <p:ph type="dt" sz="half" idx="2"/>
          </p:nvPr>
        </p:nvSpPr>
        <p:spPr bwMode="auto">
          <a:xfrm>
            <a:off x="609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63A1C593-65D0-4073-BCC9-577B9352EA97}" type="datetimeFigureOut">
              <a:rPr lang="en-US" smtClean="0"/>
            </a:fld>
            <a:endParaRPr lang="en-US"/>
          </a:p>
        </p:txBody>
      </p:sp>
      <p:sp>
        <p:nvSpPr>
          <p:cNvPr id="10" name="Rectangle 6"/>
          <p:cNvSpPr>
            <a:spLocks noGrp="1" noChangeArrowheads="1"/>
          </p:cNvSpPr>
          <p:nvPr>
            <p:ph type="ftr" sz="quarter" idx="3"/>
          </p:nvPr>
        </p:nvSpPr>
        <p:spPr bwMode="auto">
          <a:xfrm>
            <a:off x="4165600" y="6245225"/>
            <a:ext cx="3860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endParaRPr lang="en-US"/>
          </a:p>
        </p:txBody>
      </p:sp>
      <p:sp>
        <p:nvSpPr>
          <p:cNvPr id="11" name="Rectangle 7"/>
          <p:cNvSpPr>
            <a:spLocks noGrp="1" noChangeArrowheads="1"/>
          </p:cNvSpPr>
          <p:nvPr>
            <p:ph type="sldNum" sz="quarter" idx="4"/>
          </p:nvPr>
        </p:nvSpPr>
        <p:spPr bwMode="auto">
          <a:xfrm>
            <a:off x="8737600" y="6245225"/>
            <a:ext cx="2844800" cy="476250"/>
          </a:xfrm>
          <a:prstGeom prst="rect">
            <a:avLst/>
          </a:prstGeom>
          <a:noFill/>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a:lvl1pPr>
          </a:lstStyle>
          <a:p>
            <a:fld id="{9B618960-8005-486C-9A75-10CB2AAC16F9}" type="slidenum">
              <a:rPr lang="en-US" smtClean="0"/>
            </a:fld>
            <a:endParaRPr lang="en-US"/>
          </a:p>
        </p:txBody>
      </p:sp>
    </p:spTree>
  </p:cSld>
  <p:clrMapOvr>
    <a:masterClrMapping/>
  </p:clrMapOvr>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38"/>
            <a:ext cx="10515600" cy="2852737"/>
          </a:xfrm>
        </p:spPr>
        <p:txBody>
          <a:bodyPr anchor="b"/>
          <a:lstStyle>
            <a:lvl1pPr>
              <a:defRPr sz="6000"/>
            </a:lvl1pPr>
          </a:lstStyle>
          <a:p>
            <a:r>
              <a:rPr lang="en-US" smtClean="0"/>
              <a:t>Click to edit Master title style</a:t>
            </a:r>
            <a:endParaRPr lang="en-US"/>
          </a:p>
        </p:txBody>
      </p:sp>
      <p:sp>
        <p:nvSpPr>
          <p:cNvPr id="3" name="Text Placeholder 2"/>
          <p:cNvSpPr>
            <a:spLocks noGrp="1"/>
          </p:cNvSpPr>
          <p:nvPr>
            <p:ph type="body" idx="1"/>
          </p:nvPr>
        </p:nvSpPr>
        <p:spPr>
          <a:xfrm>
            <a:off x="831851" y="4589463"/>
            <a:ext cx="10515600" cy="1500187"/>
          </a:xfrm>
        </p:spPr>
        <p:txBody>
          <a:bodyPr/>
          <a:lstStyle>
            <a:lvl1pPr marL="0" indent="0">
              <a:buNone/>
              <a:defRPr sz="2400"/>
            </a:lvl1pPr>
            <a:lvl2pPr marL="457200" indent="0">
              <a:buNone/>
              <a:defRPr sz="2000"/>
            </a:lvl2pPr>
            <a:lvl3pPr marL="914400" indent="0">
              <a:buNone/>
              <a:defRPr sz="18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pPr lvl="0"/>
            <a:r>
              <a:rPr lang="en-US" smtClean="0"/>
              <a:t>Click to edit Master text styles</a:t>
            </a:r>
            <a:endParaRPr lang="en-US" smtClean="0"/>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609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Content Placeholder 3"/>
          <p:cNvSpPr>
            <a:spLocks noGrp="1"/>
          </p:cNvSpPr>
          <p:nvPr>
            <p:ph sz="half" idx="2"/>
          </p:nvPr>
        </p:nvSpPr>
        <p:spPr>
          <a:xfrm>
            <a:off x="6197600" y="1174750"/>
            <a:ext cx="5384800" cy="4953000"/>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40317" y="365125"/>
            <a:ext cx="10515600" cy="1325563"/>
          </a:xfrm>
        </p:spPr>
        <p:txBody>
          <a:bodyPr/>
          <a:lstStyle/>
          <a:p>
            <a:r>
              <a:rPr lang="en-US" smtClean="0"/>
              <a:t>Click to edit Master title style</a:t>
            </a:r>
            <a:endParaRPr lang="en-US"/>
          </a:p>
        </p:txBody>
      </p:sp>
      <p:sp>
        <p:nvSpPr>
          <p:cNvPr id="3" name="Text Placeholder 2"/>
          <p:cNvSpPr>
            <a:spLocks noGrp="1"/>
          </p:cNvSpPr>
          <p:nvPr>
            <p:ph type="body" idx="1"/>
          </p:nvPr>
        </p:nvSpPr>
        <p:spPr>
          <a:xfrm>
            <a:off x="840317" y="1681163"/>
            <a:ext cx="5158316"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4" name="Content Placeholder 3"/>
          <p:cNvSpPr>
            <a:spLocks noGrp="1"/>
          </p:cNvSpPr>
          <p:nvPr>
            <p:ph sz="half" idx="2"/>
          </p:nvPr>
        </p:nvSpPr>
        <p:spPr>
          <a:xfrm>
            <a:off x="840317" y="2505075"/>
            <a:ext cx="5158316"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5" name="Text Placeholder 4"/>
          <p:cNvSpPr>
            <a:spLocks noGrp="1"/>
          </p:cNvSpPr>
          <p:nvPr>
            <p:ph type="body" sz="quarter" idx="3"/>
          </p:nvPr>
        </p:nvSpPr>
        <p:spPr>
          <a:xfrm>
            <a:off x="6172200" y="1681163"/>
            <a:ext cx="518371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endParaRPr lang="en-US" smtClean="0"/>
          </a:p>
        </p:txBody>
      </p:sp>
      <p:sp>
        <p:nvSpPr>
          <p:cNvPr id="6" name="Content Placeholder 5"/>
          <p:cNvSpPr>
            <a:spLocks noGrp="1"/>
          </p:cNvSpPr>
          <p:nvPr>
            <p:ph sz="quarter" idx="4"/>
          </p:nvPr>
        </p:nvSpPr>
        <p:spPr>
          <a:xfrm>
            <a:off x="6172200" y="2505075"/>
            <a:ext cx="5183717" cy="3684588"/>
          </a:xfrm>
        </p:spPr>
        <p:txBody>
          <a:body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7" name="Date Placeholder 6"/>
          <p:cNvSpPr>
            <a:spLocks noGrp="1"/>
          </p:cNvSpPr>
          <p:nvPr>
            <p:ph type="dt" sz="half" idx="10"/>
          </p:nvPr>
        </p:nvSpPr>
        <p:spPr/>
        <p:txBody>
          <a:bodyPr/>
          <a:p>
            <a:fld id="{63A1C593-65D0-4073-BCC9-577B9352EA97}" type="datetimeFigureOut">
              <a:rPr lang="en-US" smtClean="0"/>
            </a:fld>
            <a:endParaRPr lang="en-US"/>
          </a:p>
        </p:txBody>
      </p:sp>
      <p:sp>
        <p:nvSpPr>
          <p:cNvPr id="8" name="Footer Placeholder 7"/>
          <p:cNvSpPr>
            <a:spLocks noGrp="1"/>
          </p:cNvSpPr>
          <p:nvPr>
            <p:ph type="ftr" sz="quarter" idx="11"/>
          </p:nvPr>
        </p:nvSpPr>
        <p:spPr/>
        <p:txBody>
          <a:bodyPr/>
          <a:p>
            <a:endParaRPr lang="en-US"/>
          </a:p>
        </p:txBody>
      </p:sp>
      <p:sp>
        <p:nvSpPr>
          <p:cNvPr id="9" name="Slide Number Placeholder 8"/>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p>
            <a:fld id="{63A1C593-65D0-4073-BCC9-577B9352EA97}" type="datetimeFigureOut">
              <a:rPr lang="en-US" smtClean="0"/>
            </a:fld>
            <a:endParaRPr lang="en-US"/>
          </a:p>
        </p:txBody>
      </p:sp>
      <p:sp>
        <p:nvSpPr>
          <p:cNvPr id="4" name="Footer Placeholder 3"/>
          <p:cNvSpPr>
            <a:spLocks noGrp="1"/>
          </p:cNvSpPr>
          <p:nvPr>
            <p:ph type="ftr" sz="quarter" idx="11"/>
          </p:nvPr>
        </p:nvSpPr>
        <p:spPr/>
        <p:txBody>
          <a:bodyPr/>
          <a:p>
            <a:endParaRPr lang="en-US"/>
          </a:p>
        </p:txBody>
      </p:sp>
      <p:sp>
        <p:nvSpPr>
          <p:cNvPr id="5" name="Slide Number Placeholder 4"/>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p>
            <a:fld id="{63A1C593-65D0-4073-BCC9-577B9352EA97}" type="datetimeFigureOut">
              <a:rPr lang="en-US" smtClean="0"/>
            </a:fld>
            <a:endParaRPr lang="en-US"/>
          </a:p>
        </p:txBody>
      </p:sp>
      <p:sp>
        <p:nvSpPr>
          <p:cNvPr id="3" name="Footer Placeholder 2"/>
          <p:cNvSpPr>
            <a:spLocks noGrp="1"/>
          </p:cNvSpPr>
          <p:nvPr>
            <p:ph type="ftr" sz="quarter" idx="11"/>
          </p:nvPr>
        </p:nvSpPr>
        <p:spPr/>
        <p:txBody>
          <a:bodyPr/>
          <a:p>
            <a:endParaRPr lang="en-US"/>
          </a:p>
        </p:txBody>
      </p:sp>
      <p:sp>
        <p:nvSpPr>
          <p:cNvPr id="4" name="Slide Number Placeholder 3"/>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Content Placeholder 2"/>
          <p:cNvSpPr>
            <a:spLocks noGrp="1"/>
          </p:cNvSpPr>
          <p:nvPr>
            <p:ph idx="1"/>
          </p:nvPr>
        </p:nvSpPr>
        <p:spPr>
          <a:xfrm>
            <a:off x="5183717"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40317" y="457200"/>
            <a:ext cx="3932767" cy="1600200"/>
          </a:xfrm>
        </p:spPr>
        <p:txBody>
          <a:bodyPr anchor="b"/>
          <a:lstStyle>
            <a:lvl1pPr>
              <a:defRPr sz="3200"/>
            </a:lvl1pPr>
          </a:lstStyle>
          <a:p>
            <a:r>
              <a:rPr lang="en-US" smtClean="0"/>
              <a:t>Click to edit Master title style</a:t>
            </a:r>
            <a:endParaRPr lang="en-US"/>
          </a:p>
        </p:txBody>
      </p:sp>
      <p:sp>
        <p:nvSpPr>
          <p:cNvPr id="3" name="Picture Placeholder 2"/>
          <p:cNvSpPr>
            <a:spLocks noGrp="1"/>
          </p:cNvSpPr>
          <p:nvPr>
            <p:ph type="pic" idx="1"/>
          </p:nvPr>
        </p:nvSpPr>
        <p:spPr>
          <a:xfrm>
            <a:off x="5183717" y="987425"/>
            <a:ext cx="6172200" cy="4873625"/>
          </a:xfrm>
        </p:spPr>
        <p:txBody>
          <a:bodyPr vert="horz" wrap="square" lIns="91440" tIns="45720" rIns="91440" bIns="45720" numCol="1" anchor="t" anchorCtr="0" compatLnSpc="1"/>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1" fontAlgn="base" latinLnBrk="0" hangingPunct="1">
              <a:lnSpc>
                <a:spcPct val="100000"/>
              </a:lnSpc>
              <a:spcBef>
                <a:spcPct val="20000"/>
              </a:spcBef>
              <a:spcAft>
                <a:spcPct val="0"/>
              </a:spcAft>
              <a:buClrTx/>
              <a:buSzTx/>
              <a:buFontTx/>
              <a:buNone/>
              <a:defRPr/>
            </a:pPr>
            <a:endParaRPr kumimoji="0" lang="en-US" sz="3200" b="0" i="0" u="none" strike="noStrike" kern="1200" cap="none" spc="0" normalizeH="0" baseline="0" noProof="0" smtClean="0">
              <a:ln>
                <a:noFill/>
              </a:ln>
              <a:solidFill>
                <a:schemeClr val="tx1"/>
              </a:solidFill>
              <a:effectLst/>
              <a:uLnTx/>
              <a:uFillTx/>
              <a:latin typeface="+mn-lt"/>
              <a:ea typeface="+mn-ea"/>
              <a:cs typeface="+mn-cs"/>
            </a:endParaRPr>
          </a:p>
        </p:txBody>
      </p:sp>
      <p:sp>
        <p:nvSpPr>
          <p:cNvPr id="4" name="Text Placeholder 3"/>
          <p:cNvSpPr>
            <a:spLocks noGrp="1"/>
          </p:cNvSpPr>
          <p:nvPr>
            <p:ph type="body" sz="half" idx="2"/>
          </p:nvPr>
        </p:nvSpPr>
        <p:spPr>
          <a:xfrm>
            <a:off x="840317" y="2057400"/>
            <a:ext cx="393276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endParaRPr lang="en-US" smtClean="0"/>
          </a:p>
        </p:txBody>
      </p:sp>
      <p:sp>
        <p:nvSpPr>
          <p:cNvPr id="5" name="Date Placeholder 4"/>
          <p:cNvSpPr>
            <a:spLocks noGrp="1"/>
          </p:cNvSpPr>
          <p:nvPr>
            <p:ph type="dt" sz="half" idx="10"/>
          </p:nvPr>
        </p:nvSpPr>
        <p:spPr/>
        <p:txBody>
          <a:bodyPr/>
          <a:p>
            <a:fld id="{63A1C593-65D0-4073-BCC9-577B9352EA97}" type="datetimeFigureOut">
              <a:rPr lang="en-US" smtClean="0"/>
            </a:fld>
            <a:endParaRPr lang="en-US"/>
          </a:p>
        </p:txBody>
      </p:sp>
      <p:sp>
        <p:nvSpPr>
          <p:cNvPr id="6" name="Footer Placeholder 5"/>
          <p:cNvSpPr>
            <a:spLocks noGrp="1"/>
          </p:cNvSpPr>
          <p:nvPr>
            <p:ph type="ftr" sz="quarter" idx="11"/>
          </p:nvPr>
        </p:nvSpPr>
        <p:spPr/>
        <p:txBody>
          <a:bodyPr/>
          <a:p>
            <a:endParaRPr lang="en-US"/>
          </a:p>
        </p:txBody>
      </p:sp>
      <p:sp>
        <p:nvSpPr>
          <p:cNvPr id="7" name="Slide Number Placeholder 6"/>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839200" y="190500"/>
            <a:ext cx="2743200" cy="5937250"/>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609600" y="190500"/>
            <a:ext cx="8026400" cy="5937250"/>
          </a:xfrm>
        </p:spPr>
        <p:txBody>
          <a:bodyPr vert="eaVert"/>
          <a:lstStyle/>
          <a:p>
            <a:pPr lvl="0"/>
            <a:r>
              <a:rPr lang="en-US" smtClean="0"/>
              <a:t>Click to edit Master text styles</a:t>
            </a:r>
            <a:endParaRPr lang="en-US" smtClean="0"/>
          </a:p>
          <a:p>
            <a:pPr lvl="1"/>
            <a:r>
              <a:rPr lang="en-US" smtClean="0"/>
              <a:t>Second level</a:t>
            </a:r>
            <a:endParaRPr lang="en-US" smtClean="0"/>
          </a:p>
          <a:p>
            <a:pPr lvl="2"/>
            <a:r>
              <a:rPr lang="en-US" smtClean="0"/>
              <a:t>Third level</a:t>
            </a:r>
            <a:endParaRPr lang="en-US" smtClean="0"/>
          </a:p>
          <a:p>
            <a:pPr lvl="3"/>
            <a:r>
              <a:rPr lang="en-US" smtClean="0"/>
              <a:t>Fourth level</a:t>
            </a:r>
            <a:endParaRPr lang="en-US" smtClean="0"/>
          </a:p>
          <a:p>
            <a:pPr lvl="4"/>
            <a:r>
              <a:rPr lang="en-US" smtClean="0"/>
              <a:t>Fifth level</a:t>
            </a:r>
            <a:endParaRPr lang="en-US"/>
          </a:p>
        </p:txBody>
      </p:sp>
      <p:sp>
        <p:nvSpPr>
          <p:cNvPr id="4" name="Date Placeholder 3"/>
          <p:cNvSpPr>
            <a:spLocks noGrp="1"/>
          </p:cNvSpPr>
          <p:nvPr>
            <p:ph type="dt" sz="half" idx="10"/>
          </p:nvPr>
        </p:nvSpPr>
        <p:spPr/>
        <p:txBody>
          <a:bodyPr/>
          <a:p>
            <a:fld id="{63A1C593-65D0-4073-BCC9-577B9352EA97}" type="datetimeFigureOut">
              <a:rPr lang="en-US" smtClean="0"/>
            </a:fld>
            <a:endParaRPr lang="en-US"/>
          </a:p>
        </p:txBody>
      </p:sp>
      <p:sp>
        <p:nvSpPr>
          <p:cNvPr id="5" name="Footer Placeholder 4"/>
          <p:cNvSpPr>
            <a:spLocks noGrp="1"/>
          </p:cNvSpPr>
          <p:nvPr>
            <p:ph type="ftr" sz="quarter" idx="11"/>
          </p:nvPr>
        </p:nvSpPr>
        <p:spPr/>
        <p:txBody>
          <a:bodyPr/>
          <a:p>
            <a:endParaRPr lang="en-US"/>
          </a:p>
        </p:txBody>
      </p:sp>
      <p:sp>
        <p:nvSpPr>
          <p:cNvPr id="6" name="Slide Number Placeholder 5"/>
          <p:cNvSpPr>
            <a:spLocks noGrp="1"/>
          </p:cNvSpPr>
          <p:nvPr>
            <p:ph type="sldNum" sz="quarter" idx="12"/>
          </p:nvPr>
        </p:nvSpPr>
        <p:spPr/>
        <p:txBody>
          <a:bodyPr/>
          <a:p>
            <a:fld id="{9B618960-8005-486C-9A75-10CB2AAC16F9}" type="slidenum">
              <a:rPr lang="en-US" smtClean="0"/>
            </a:fld>
            <a:endParaRPr lang="en-US"/>
          </a:p>
        </p:txBody>
      </p:sp>
    </p:spTree>
  </p:cSld>
  <p:clrMapOvr>
    <a:masterClrMapping/>
  </p:clrMapOvr>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showMasterSp="0" userDrawn="1">
  <p:cSld name="Title Slide">
    <p:spTree>
      <p:nvGrpSpPr>
        <p:cNvPr id="1" name=""/>
        <p:cNvGrpSpPr/>
        <p:nvPr/>
      </p:nvGrpSpPr>
      <p:grpSpPr>
        <a:xfrm>
          <a:off x="0" y="0"/>
          <a:ext cx="0" cy="0"/>
          <a:chOff x="0" y="0"/>
          <a:chExt cx="0" cy="0"/>
        </a:xfrm>
      </p:grpSpPr>
      <p:pic>
        <p:nvPicPr>
          <p:cNvPr id="5" name="图片 4"/>
          <p:cNvPicPr>
            <a:picLocks noChangeAspect="1"/>
          </p:cNvPicPr>
          <p:nvPr userDrawn="1">
            <p:custDataLst>
              <p:tags r:id="rId2"/>
            </p:custDataLst>
          </p:nvPr>
        </p:nvPicPr>
        <p:blipFill rotWithShape="1">
          <a:blip r:embed="rId3">
            <a:duotone>
              <a:prstClr val="black"/>
              <a:schemeClr val="accent1">
                <a:tint val="45000"/>
                <a:satMod val="400000"/>
              </a:schemeClr>
            </a:duotone>
            <a:lum bright="12000" contrast="30000"/>
          </a:blip>
          <a:srcRect t="586" r="671" b="-1"/>
          <a:stretch>
            <a:fillRect/>
          </a:stretch>
        </p:blipFill>
        <p:spPr>
          <a:xfrm>
            <a:off x="0" y="-14831"/>
            <a:ext cx="12192000" cy="6872831"/>
          </a:xfrm>
          <a:prstGeom prst="rect">
            <a:avLst/>
          </a:prstGeom>
        </p:spPr>
      </p:pic>
      <p:sp>
        <p:nvSpPr>
          <p:cNvPr id="2" name="标题 1"/>
          <p:cNvSpPr>
            <a:spLocks noGrp="1"/>
          </p:cNvSpPr>
          <p:nvPr>
            <p:ph type="ctrTitle" hasCustomPrompt="1"/>
            <p:custDataLst>
              <p:tags r:id="rId4"/>
            </p:custDataLst>
          </p:nvPr>
        </p:nvSpPr>
        <p:spPr>
          <a:xfrm>
            <a:off x="838200" y="1972310"/>
            <a:ext cx="7421880" cy="2218690"/>
          </a:xfrm>
        </p:spPr>
        <p:txBody>
          <a:bodyPr anchor="t" anchorCtr="0">
            <a:normAutofit/>
          </a:bodyPr>
          <a:lstStyle>
            <a:lvl1pPr algn="l">
              <a:lnSpc>
                <a:spcPct val="100000"/>
              </a:lnSpc>
              <a:defRPr sz="4400">
                <a:solidFill>
                  <a:schemeClr val="lt1">
                    <a:lumMod val="100000"/>
                  </a:schemeClr>
                </a:solidFill>
                <a:latin typeface="+mj-lt"/>
                <a:sym typeface="Arial" panose="020B0604020202020204" pitchFamily="34" charset="0"/>
              </a:defRPr>
            </a:lvl1pPr>
          </a:lstStyle>
          <a:p>
            <a:r>
              <a:rPr lang="en-US" dirty="0">
                <a:latin typeface="+mj-lt"/>
              </a:rPr>
              <a:t>Click to add title</a:t>
            </a:r>
            <a:endParaRPr lang="en-US" dirty="0"/>
          </a:p>
        </p:txBody>
      </p:sp>
      <p:sp>
        <p:nvSpPr>
          <p:cNvPr id="3" name="副标题 2"/>
          <p:cNvSpPr>
            <a:spLocks noGrp="1"/>
          </p:cNvSpPr>
          <p:nvPr>
            <p:ph type="subTitle" idx="1" hasCustomPrompt="1"/>
            <p:custDataLst>
              <p:tags r:id="rId5"/>
            </p:custDataLst>
          </p:nvPr>
        </p:nvSpPr>
        <p:spPr>
          <a:xfrm>
            <a:off x="838200" y="949960"/>
            <a:ext cx="10515600" cy="1015365"/>
          </a:xfrm>
        </p:spPr>
        <p:txBody>
          <a:bodyPr anchor="b">
            <a:normAutofit/>
          </a:bodyPr>
          <a:lstStyle>
            <a:lvl1pPr marL="0" indent="0" algn="l">
              <a:lnSpc>
                <a:spcPct val="100000"/>
              </a:lnSpc>
              <a:buNone/>
              <a:defRPr sz="2400">
                <a:solidFill>
                  <a:schemeClr val="accent1"/>
                </a:solidFill>
                <a:latin typeface="+mj-lt"/>
                <a:sym typeface="Arial" panose="020B0604020202020204" pitchFamily="34" charset="0"/>
              </a:defRPr>
            </a:lvl1pPr>
            <a:lvl2pPr marL="457200" indent="0" algn="ctr">
              <a:buNone/>
              <a:defRPr sz="2000">
                <a:latin typeface="+mj-lt"/>
              </a:defRPr>
            </a:lvl2pPr>
            <a:lvl3pPr marL="914400" indent="0" algn="ctr">
              <a:buNone/>
              <a:defRPr sz="1800">
                <a:latin typeface="+mj-lt"/>
              </a:defRPr>
            </a:lvl3pPr>
            <a:lvl4pPr marL="1371600" indent="0" algn="ctr">
              <a:buNone/>
              <a:defRPr sz="1600">
                <a:latin typeface="+mj-lt"/>
              </a:defRPr>
            </a:lvl4pPr>
            <a:lvl5pPr marL="1828800" indent="0" algn="ctr">
              <a:buNone/>
              <a:defRPr sz="1600">
                <a:latin typeface="+mj-lt"/>
              </a:defRPr>
            </a:lvl5pPr>
            <a:lvl6pPr marL="2286000" indent="0" algn="ctr">
              <a:buNone/>
              <a:defRPr sz="1600">
                <a:latin typeface="+mj-lt"/>
              </a:defRPr>
            </a:lvl6pPr>
            <a:lvl7pPr marL="2743200" indent="0" algn="ctr">
              <a:buNone/>
              <a:defRPr sz="1600">
                <a:latin typeface="+mj-lt"/>
              </a:defRPr>
            </a:lvl7pPr>
            <a:lvl8pPr marL="3200400" indent="0" algn="ctr">
              <a:buNone/>
              <a:defRPr sz="1600">
                <a:latin typeface="+mj-lt"/>
              </a:defRPr>
            </a:lvl8pPr>
            <a:lvl9pPr marL="3657600" indent="0" algn="ctr">
              <a:buNone/>
              <a:defRPr sz="1600">
                <a:latin typeface="+mj-lt"/>
              </a:defRPr>
            </a:lvl9pPr>
          </a:lstStyle>
          <a:p>
            <a:r>
              <a:rPr lang="en-US" dirty="0">
                <a:latin typeface="+mj-lt"/>
              </a:rPr>
              <a:t>Click to add subtitle</a:t>
            </a:r>
            <a:endParaRPr lang="en-US" dirty="0"/>
          </a:p>
        </p:txBody>
      </p:sp>
      <p:sp>
        <p:nvSpPr>
          <p:cNvPr id="24" name="署名占位符 10"/>
          <p:cNvSpPr>
            <a:spLocks noGrp="1"/>
          </p:cNvSpPr>
          <p:nvPr>
            <p:ph type="body" sz="quarter" idx="17" hasCustomPrompt="1"/>
            <p:custDataLst>
              <p:tags r:id="rId6"/>
            </p:custDataLst>
          </p:nvPr>
        </p:nvSpPr>
        <p:spPr>
          <a:xfrm>
            <a:off x="838200" y="4194175"/>
            <a:ext cx="2743200" cy="526415"/>
          </a:xfrm>
        </p:spPr>
        <p:txBody>
          <a:bodyPr anchor="ctr">
            <a:normAutofit/>
          </a:bodyPr>
          <a:lstStyle>
            <a:lvl1pPr marL="0" indent="0" algn="l">
              <a:lnSpc>
                <a:spcPct val="100000"/>
              </a:lnSpc>
              <a:buNone/>
              <a:defRPr sz="1800">
                <a:solidFill>
                  <a:schemeClr val="lt1">
                    <a:lumMod val="100000"/>
                  </a:schemeClr>
                </a:solidFill>
                <a:latin typeface="+mn-lt"/>
                <a:sym typeface="Arial" panose="020B0604020202020204" pitchFamily="34" charset="0"/>
              </a:defRPr>
            </a:lvl1pPr>
          </a:lstStyle>
          <a:p>
            <a:pPr lvl="0"/>
            <a:r>
              <a:rPr lang="en-US" dirty="0">
                <a:latin typeface="+mn-lt"/>
              </a:rPr>
              <a:t>Click to add text</a:t>
            </a:r>
            <a:endParaRPr lang="en-US"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a:lstStyle>
            <a:lvl1pPr algn="l">
              <a:defRPr>
                <a:solidFill>
                  <a:schemeClr val="lt1">
                    <a:lumMod val="100000"/>
                  </a:schemeClr>
                </a:solidFill>
                <a:latin typeface="+mj-lt"/>
                <a:sym typeface="Arial" panose="020B0604020202020204" pitchFamily="34" charset="0"/>
              </a:defRPr>
            </a:lvl1pPr>
          </a:lstStyle>
          <a:p>
            <a:r>
              <a:rPr lang="en-US" dirty="0">
                <a:latin typeface="+mj-lt"/>
              </a:rPr>
              <a:t>Click to add title</a:t>
            </a:r>
            <a:endParaRPr lang="en-US" dirty="0"/>
          </a:p>
        </p:txBody>
      </p:sp>
      <p:sp>
        <p:nvSpPr>
          <p:cNvPr id="3" name="内容占位符 2"/>
          <p:cNvSpPr>
            <a:spLocks noGrp="1"/>
          </p:cNvSpPr>
          <p:nvPr>
            <p:ph idx="1" hasCustomPrompt="1"/>
            <p:custDataLst>
              <p:tags r:id="rId3"/>
            </p:custDataLst>
          </p:nvPr>
        </p:nvSpPr>
        <p:spPr/>
        <p:txBody>
          <a:bodyPr/>
          <a:lstStyle>
            <a:lvl1pPr>
              <a:defRPr sz="1800">
                <a:solidFill>
                  <a:schemeClr val="lt1">
                    <a:lumMod val="100000"/>
                  </a:schemeClr>
                </a:solidFill>
                <a:latin typeface="+mn-lt"/>
                <a:sym typeface="Arial" panose="020B0604020202020204" pitchFamily="34" charset="0"/>
              </a:defRPr>
            </a:lvl1pPr>
            <a:lvl2pPr>
              <a:defRPr sz="1600">
                <a:solidFill>
                  <a:schemeClr val="lt1">
                    <a:lumMod val="100000"/>
                  </a:schemeClr>
                </a:solidFill>
                <a:latin typeface="+mn-lt"/>
              </a:defRPr>
            </a:lvl2pPr>
            <a:lvl3pPr>
              <a:defRPr sz="1400">
                <a:solidFill>
                  <a:schemeClr val="lt1">
                    <a:lumMod val="100000"/>
                  </a:schemeClr>
                </a:solidFill>
                <a:latin typeface="+mn-lt"/>
              </a:defRPr>
            </a:lvl3pPr>
            <a:lvl4pPr>
              <a:defRPr sz="1200">
                <a:solidFill>
                  <a:schemeClr val="lt1">
                    <a:lumMod val="100000"/>
                  </a:schemeClr>
                </a:solidFill>
                <a:latin typeface="+mn-lt"/>
              </a:defRPr>
            </a:lvl4pPr>
            <a:lvl5pPr>
              <a:defRPr sz="1200">
                <a:solidFill>
                  <a:schemeClr val="lt1">
                    <a:lumMod val="100000"/>
                  </a:schemeClr>
                </a:solidFill>
                <a:latin typeface="+mn-lt"/>
              </a:defRPr>
            </a:lvl5pPr>
          </a:lstStyle>
          <a:p>
            <a:pPr lvl="0"/>
            <a:r>
              <a:rPr lang="en-US" dirty="0">
                <a:latin typeface="+mn-lt"/>
              </a:rPr>
              <a:t>Click to add text</a:t>
            </a:r>
            <a:endParaRPr lang="en-US" dirty="0"/>
          </a:p>
        </p:txBody>
      </p:sp>
      <p:sp>
        <p:nvSpPr>
          <p:cNvPr id="4" name="日期占位符 3"/>
          <p:cNvSpPr>
            <a:spLocks noGrp="1"/>
          </p:cNvSpPr>
          <p:nvPr>
            <p:ph type="dt" sz="half" idx="10"/>
            <p:custDataLst>
              <p:tags r:id="rId4"/>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5" name="页脚占位符 4"/>
          <p:cNvSpPr>
            <a:spLocks noGrp="1"/>
          </p:cNvSpPr>
          <p:nvPr>
            <p:ph type="ftr" sz="quarter" idx="11"/>
            <p:custDataLst>
              <p:tags r:id="rId5"/>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6" name="灯片编号占位符 5"/>
          <p:cNvSpPr>
            <a:spLocks noGrp="1"/>
          </p:cNvSpPr>
          <p:nvPr>
            <p:ph type="sldNum" sz="quarter" idx="12"/>
            <p:custDataLst>
              <p:tags r:id="rId6"/>
            </p:custDataLst>
          </p:nvPr>
        </p:nvSpPr>
        <p:spPr/>
        <p:txBody>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showMasterSp="0" userDrawn="1">
  <p:cSld name="Catalog Slide">
    <p:spTree>
      <p:nvGrpSpPr>
        <p:cNvPr id="1" name=""/>
        <p:cNvGrpSpPr/>
        <p:nvPr/>
      </p:nvGrpSpPr>
      <p:grpSpPr>
        <a:xfrm>
          <a:off x="0" y="0"/>
          <a:ext cx="0" cy="0"/>
          <a:chOff x="0" y="0"/>
          <a:chExt cx="0" cy="0"/>
        </a:xfrm>
      </p:grpSpPr>
      <p:pic>
        <p:nvPicPr>
          <p:cNvPr id="8" name="图片 7"/>
          <p:cNvPicPr>
            <a:picLocks noChangeAspect="1"/>
          </p:cNvPicPr>
          <p:nvPr userDrawn="1">
            <p:custDataLst>
              <p:tags r:id="rId2"/>
            </p:custDataLst>
          </p:nvPr>
        </p:nvPicPr>
        <p:blipFill>
          <a:blip r:embed="rId3">
            <a:duotone>
              <a:prstClr val="black"/>
              <a:schemeClr val="accent1">
                <a:tint val="45000"/>
                <a:satMod val="400000"/>
              </a:schemeClr>
            </a:duotone>
            <a:lum bright="6000" contrast="12000"/>
          </a:blip>
          <a:srcRect t="2579"/>
          <a:stretch>
            <a:fillRect/>
          </a:stretch>
        </p:blipFill>
        <p:spPr>
          <a:xfrm>
            <a:off x="0" y="11430"/>
            <a:ext cx="12192635" cy="6846570"/>
          </a:xfrm>
          <a:prstGeom prst="rect">
            <a:avLst/>
          </a:prstGeom>
        </p:spPr>
      </p:pic>
      <p:sp>
        <p:nvSpPr>
          <p:cNvPr id="2" name="标题 1"/>
          <p:cNvSpPr>
            <a:spLocks noGrp="1"/>
          </p:cNvSpPr>
          <p:nvPr>
            <p:ph type="title" hasCustomPrompt="1"/>
            <p:custDataLst>
              <p:tags r:id="rId4"/>
            </p:custDataLst>
          </p:nvPr>
        </p:nvSpPr>
        <p:spPr>
          <a:xfrm>
            <a:off x="621665" y="755650"/>
            <a:ext cx="3260090" cy="5563870"/>
          </a:xfrm>
        </p:spPr>
        <p:txBody>
          <a:bodyPr anchor="t">
            <a:normAutofit/>
          </a:bodyPr>
          <a:lstStyle>
            <a:lvl1pPr>
              <a:defRPr sz="4400">
                <a:solidFill>
                  <a:schemeClr val="lt1">
                    <a:lumMod val="100000"/>
                  </a:schemeClr>
                </a:solidFill>
                <a:latin typeface="+mj-lt"/>
                <a:sym typeface="Arial" panose="020B0604020202020204" pitchFamily="34" charset="0"/>
              </a:defRPr>
            </a:lvl1pPr>
          </a:lstStyle>
          <a:p>
            <a:r>
              <a:rPr lang="en-US" dirty="0">
                <a:latin typeface="+mj-lt"/>
              </a:rPr>
              <a:t>Click to add title</a:t>
            </a:r>
            <a:endParaRPr lang="en-US" dirty="0"/>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showMasterSp="0" userDrawn="1">
  <p:cSld name="Section Header">
    <p:spTree>
      <p:nvGrpSpPr>
        <p:cNvPr id="1" name=""/>
        <p:cNvGrpSpPr/>
        <p:nvPr/>
      </p:nvGrpSpPr>
      <p:grpSpPr>
        <a:xfrm>
          <a:off x="0" y="0"/>
          <a:ext cx="0" cy="0"/>
          <a:chOff x="0" y="0"/>
          <a:chExt cx="0" cy="0"/>
        </a:xfrm>
      </p:grpSpPr>
      <p:pic>
        <p:nvPicPr>
          <p:cNvPr id="4" name="图片 3"/>
          <p:cNvPicPr>
            <a:picLocks noChangeAspect="1"/>
          </p:cNvPicPr>
          <p:nvPr userDrawn="1">
            <p:custDataLst>
              <p:tags r:id="rId2"/>
            </p:custDataLst>
          </p:nvPr>
        </p:nvPicPr>
        <p:blipFill rotWithShape="1">
          <a:blip r:embed="rId3">
            <a:duotone>
              <a:prstClr val="black"/>
              <a:schemeClr val="accent1">
                <a:tint val="45000"/>
                <a:satMod val="400000"/>
              </a:schemeClr>
            </a:duotone>
            <a:lum bright="12000" contrast="24000"/>
          </a:blip>
          <a:srcRect t="1279" r="833"/>
          <a:stretch>
            <a:fillRect/>
          </a:stretch>
        </p:blipFill>
        <p:spPr>
          <a:xfrm>
            <a:off x="1" y="0"/>
            <a:ext cx="12191999" cy="6843712"/>
          </a:xfrm>
          <a:prstGeom prst="rect">
            <a:avLst/>
          </a:prstGeom>
        </p:spPr>
      </p:pic>
      <p:sp>
        <p:nvSpPr>
          <p:cNvPr id="2" name="标题 1"/>
          <p:cNvSpPr>
            <a:spLocks noGrp="1"/>
          </p:cNvSpPr>
          <p:nvPr>
            <p:ph type="title" hasCustomPrompt="1"/>
            <p:custDataLst>
              <p:tags r:id="rId4"/>
            </p:custDataLst>
          </p:nvPr>
        </p:nvSpPr>
        <p:spPr>
          <a:xfrm>
            <a:off x="3900170" y="2228215"/>
            <a:ext cx="7291070" cy="3861435"/>
          </a:xfrm>
        </p:spPr>
        <p:txBody>
          <a:bodyPr anchor="t" anchorCtr="0">
            <a:normAutofit/>
          </a:bodyPr>
          <a:lstStyle>
            <a:lvl1pPr algn="r">
              <a:defRPr sz="4000">
                <a:solidFill>
                  <a:schemeClr val="lt1">
                    <a:lumMod val="100000"/>
                  </a:schemeClr>
                </a:solidFill>
                <a:latin typeface="+mj-lt"/>
                <a:sym typeface="Arial" panose="020B0604020202020204" pitchFamily="34" charset="0"/>
              </a:defRPr>
            </a:lvl1pPr>
          </a:lstStyle>
          <a:p>
            <a:r>
              <a:rPr lang="en-US" dirty="0">
                <a:latin typeface="+mj-lt"/>
              </a:rPr>
              <a:t>Click to add title</a:t>
            </a:r>
            <a:endParaRPr lang="en-US" dirty="0"/>
          </a:p>
        </p:txBody>
      </p:sp>
      <p:sp>
        <p:nvSpPr>
          <p:cNvPr id="8" name="节编号 3"/>
          <p:cNvSpPr>
            <a:spLocks noGrp="1"/>
          </p:cNvSpPr>
          <p:nvPr>
            <p:ph type="body" sz="quarter" idx="13" hasCustomPrompt="1"/>
            <p:custDataLst>
              <p:tags r:id="rId5"/>
            </p:custDataLst>
          </p:nvPr>
        </p:nvSpPr>
        <p:spPr>
          <a:xfrm>
            <a:off x="2045335" y="803275"/>
            <a:ext cx="9144000" cy="1405890"/>
          </a:xfrm>
        </p:spPr>
        <p:txBody>
          <a:bodyPr wrap="none" tIns="0" rIns="0" bIns="0" anchor="b" anchorCtr="0">
            <a:normAutofit/>
          </a:bodyPr>
          <a:lstStyle>
            <a:lvl1pPr marL="0" indent="0" algn="r">
              <a:buNone/>
              <a:defRPr sz="8800" b="1">
                <a:solidFill>
                  <a:schemeClr val="accent1"/>
                </a:solidFill>
                <a:latin typeface="+mn-lt"/>
                <a:sym typeface="Arial" panose="020B0604020202020204" pitchFamily="34" charset="0"/>
              </a:defRPr>
            </a:lvl1pPr>
          </a:lstStyle>
          <a:p>
            <a:pPr lvl="0"/>
            <a:r>
              <a:rPr lang="en-US" dirty="0">
                <a:latin typeface="+mn-lt"/>
              </a:rPr>
              <a:t>Click to add text</a:t>
            </a:r>
            <a:endParaRPr lang="en-US" dirty="0"/>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vert="horz" lIns="0" tIns="0" rIns="0" bIns="0" rtlCol="0" anchor="ctr">
            <a:normAutofit/>
          </a:bodyPr>
          <a:lstStyle>
            <a:lvl1pPr algn="l">
              <a:defRPr lang="en-US" dirty="0">
                <a:solidFill>
                  <a:schemeClr val="lt1">
                    <a:lumMod val="100000"/>
                  </a:schemeClr>
                </a:solidFill>
                <a:latin typeface="+mj-lt"/>
                <a:sym typeface="Arial" panose="020B0604020202020204" pitchFamily="34" charset="0"/>
              </a:defRPr>
            </a:lvl1pPr>
          </a:lstStyle>
          <a:p>
            <a:pPr lvl="0"/>
            <a:r>
              <a:rPr lang="en-US" dirty="0">
                <a:latin typeface="+mj-lt"/>
              </a:rPr>
              <a:t>Click to add title</a:t>
            </a:r>
            <a:endParaRPr lang="en-US" dirty="0"/>
          </a:p>
        </p:txBody>
      </p:sp>
      <p:sp>
        <p:nvSpPr>
          <p:cNvPr id="3" name="内容占位符 2"/>
          <p:cNvSpPr>
            <a:spLocks noGrp="1"/>
          </p:cNvSpPr>
          <p:nvPr>
            <p:ph sz="half" idx="1" hasCustomPrompt="1"/>
            <p:custDataLst>
              <p:tags r:id="rId3"/>
            </p:custDataLst>
          </p:nvPr>
        </p:nvSpPr>
        <p:spPr>
          <a:xfrm>
            <a:off x="695960" y="1301750"/>
            <a:ext cx="5323840" cy="4875850"/>
          </a:xfrm>
        </p:spPr>
        <p:txBody>
          <a:bodyPr/>
          <a:lstStyle>
            <a:lvl1pPr>
              <a:defRPr sz="1800">
                <a:solidFill>
                  <a:schemeClr val="lt1">
                    <a:lumMod val="100000"/>
                  </a:schemeClr>
                </a:solidFill>
                <a:latin typeface="+mn-lt"/>
                <a:sym typeface="Arial" panose="020B0604020202020204" pitchFamily="34" charset="0"/>
              </a:defRPr>
            </a:lvl1pPr>
            <a:lvl2pPr>
              <a:defRPr sz="1600">
                <a:solidFill>
                  <a:schemeClr val="lt1">
                    <a:lumMod val="100000"/>
                  </a:schemeClr>
                </a:solidFill>
                <a:latin typeface="+mn-lt"/>
              </a:defRPr>
            </a:lvl2pPr>
            <a:lvl3pPr>
              <a:defRPr sz="1400">
                <a:solidFill>
                  <a:schemeClr val="lt1">
                    <a:lumMod val="100000"/>
                  </a:schemeClr>
                </a:solidFill>
                <a:latin typeface="+mn-lt"/>
              </a:defRPr>
            </a:lvl3pPr>
            <a:lvl4pPr>
              <a:defRPr sz="1200">
                <a:solidFill>
                  <a:schemeClr val="lt1">
                    <a:lumMod val="100000"/>
                  </a:schemeClr>
                </a:solidFill>
                <a:latin typeface="+mn-lt"/>
              </a:defRPr>
            </a:lvl4pPr>
            <a:lvl5pPr>
              <a:defRPr sz="1200">
                <a:solidFill>
                  <a:schemeClr val="lt1">
                    <a:lumMod val="100000"/>
                  </a:schemeClr>
                </a:solidFill>
                <a:latin typeface="+mn-lt"/>
              </a:defRPr>
            </a:lvl5pPr>
          </a:lstStyle>
          <a:p>
            <a:pPr lvl="0"/>
            <a:r>
              <a:rPr lang="en-US" dirty="0">
                <a:latin typeface="+mn-lt"/>
              </a:rPr>
              <a:t>Click to add text</a:t>
            </a:r>
            <a:endParaRPr lang="en-US" dirty="0"/>
          </a:p>
        </p:txBody>
      </p:sp>
      <p:sp>
        <p:nvSpPr>
          <p:cNvPr id="4" name="内容占位符 3"/>
          <p:cNvSpPr>
            <a:spLocks noGrp="1"/>
          </p:cNvSpPr>
          <p:nvPr>
            <p:ph sz="half" idx="2" hasCustomPrompt="1"/>
            <p:custDataLst>
              <p:tags r:id="rId4"/>
            </p:custDataLst>
          </p:nvPr>
        </p:nvSpPr>
        <p:spPr>
          <a:xfrm>
            <a:off x="6172200" y="1301750"/>
            <a:ext cx="5323840" cy="4875850"/>
          </a:xfrm>
        </p:spPr>
        <p:txBody>
          <a:bodyPr/>
          <a:lstStyle>
            <a:lvl1pPr>
              <a:defRPr sz="1800">
                <a:solidFill>
                  <a:schemeClr val="lt1">
                    <a:lumMod val="100000"/>
                  </a:schemeClr>
                </a:solidFill>
                <a:latin typeface="+mn-lt"/>
                <a:sym typeface="Arial" panose="020B0604020202020204" pitchFamily="34" charset="0"/>
              </a:defRPr>
            </a:lvl1pPr>
            <a:lvl2pPr>
              <a:defRPr sz="1600">
                <a:solidFill>
                  <a:schemeClr val="lt1">
                    <a:lumMod val="100000"/>
                  </a:schemeClr>
                </a:solidFill>
                <a:latin typeface="+mn-lt"/>
              </a:defRPr>
            </a:lvl2pPr>
            <a:lvl3pPr>
              <a:defRPr sz="1400">
                <a:solidFill>
                  <a:schemeClr val="lt1">
                    <a:lumMod val="100000"/>
                  </a:schemeClr>
                </a:solidFill>
                <a:latin typeface="+mn-lt"/>
              </a:defRPr>
            </a:lvl3pPr>
            <a:lvl4pPr>
              <a:defRPr sz="1200">
                <a:solidFill>
                  <a:schemeClr val="lt1">
                    <a:lumMod val="100000"/>
                  </a:schemeClr>
                </a:solidFill>
                <a:latin typeface="+mn-lt"/>
              </a:defRPr>
            </a:lvl4pPr>
            <a:lvl5pPr>
              <a:defRPr sz="1200">
                <a:solidFill>
                  <a:schemeClr val="lt1">
                    <a:lumMod val="100000"/>
                  </a:schemeClr>
                </a:solidFill>
                <a:latin typeface="+mn-lt"/>
              </a:defRPr>
            </a:lvl5pPr>
          </a:lstStyle>
          <a:p>
            <a:pPr lvl="0"/>
            <a:r>
              <a:rPr lang="en-US" dirty="0">
                <a:latin typeface="+mn-lt"/>
              </a:rPr>
              <a:t>Click to add text</a:t>
            </a:r>
            <a:endParaRPr lang="en-US" dirty="0"/>
          </a:p>
        </p:txBody>
      </p:sp>
      <p:sp>
        <p:nvSpPr>
          <p:cNvPr id="5" name="日期占位符 4"/>
          <p:cNvSpPr>
            <a:spLocks noGrp="1"/>
          </p:cNvSpPr>
          <p:nvPr>
            <p:ph type="dt" sz="half" idx="10"/>
            <p:custDataLst>
              <p:tags r:id="rId5"/>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6" name="页脚占位符 5"/>
          <p:cNvSpPr>
            <a:spLocks noGrp="1"/>
          </p:cNvSpPr>
          <p:nvPr>
            <p:ph type="ftr" sz="quarter" idx="11"/>
            <p:custDataLst>
              <p:tags r:id="rId6"/>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7" name="灯片编号占位符 6"/>
          <p:cNvSpPr>
            <a:spLocks noGrp="1"/>
          </p:cNvSpPr>
          <p:nvPr>
            <p:ph type="sldNum" sz="quarter" idx="12"/>
            <p:custDataLst>
              <p:tags r:id="rId7"/>
            </p:custDataLst>
          </p:nvPr>
        </p:nvSpPr>
        <p:spPr/>
        <p:txBody>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8506" y="266702"/>
            <a:ext cx="10795086" cy="863607"/>
          </a:xfrm>
        </p:spPr>
        <p:txBody>
          <a:bodyPr vert="horz" lIns="0" tIns="0" rIns="0" bIns="0" rtlCol="0" anchor="ctr">
            <a:normAutofit/>
          </a:bodyPr>
          <a:lstStyle>
            <a:lvl1pPr algn="l">
              <a:defRPr lang="en-US" dirty="0">
                <a:solidFill>
                  <a:schemeClr val="lt1">
                    <a:lumMod val="100000"/>
                  </a:schemeClr>
                </a:solidFill>
                <a:latin typeface="+mj-lt"/>
                <a:sym typeface="Arial" panose="020B0604020202020204" pitchFamily="34" charset="0"/>
              </a:defRPr>
            </a:lvl1pPr>
          </a:lstStyle>
          <a:p>
            <a:pPr lvl="0"/>
            <a:r>
              <a:rPr lang="en-US" dirty="0">
                <a:latin typeface="+mj-lt"/>
              </a:rPr>
              <a:t>Click to add title</a:t>
            </a:r>
            <a:endParaRPr lang="en-US" dirty="0"/>
          </a:p>
        </p:txBody>
      </p:sp>
      <p:sp>
        <p:nvSpPr>
          <p:cNvPr id="3" name="文本占位符 2"/>
          <p:cNvSpPr>
            <a:spLocks noGrp="1"/>
          </p:cNvSpPr>
          <p:nvPr>
            <p:ph type="body" idx="1" hasCustomPrompt="1"/>
            <p:custDataLst>
              <p:tags r:id="rId3"/>
            </p:custDataLst>
          </p:nvPr>
        </p:nvSpPr>
        <p:spPr>
          <a:xfrm>
            <a:off x="695960" y="1301750"/>
            <a:ext cx="5323840" cy="411303"/>
          </a:xfrm>
        </p:spPr>
        <p:txBody>
          <a:bodyPr anchor="b"/>
          <a:lstStyle>
            <a:lvl1pPr marL="0" indent="0">
              <a:buNone/>
              <a:defRPr sz="2400" b="1">
                <a:solidFill>
                  <a:schemeClr val="lt1">
                    <a:lumMod val="100000"/>
                  </a:schemeClr>
                </a:solidFill>
                <a:latin typeface="+mj-lt"/>
                <a:sym typeface="Arial" panose="020B0604020202020204" pitchFamily="34" charset="0"/>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4" name="内容占位符 3"/>
          <p:cNvSpPr>
            <a:spLocks noGrp="1"/>
          </p:cNvSpPr>
          <p:nvPr>
            <p:ph sz="half" idx="2" hasCustomPrompt="1"/>
            <p:custDataLst>
              <p:tags r:id="rId4"/>
            </p:custDataLst>
          </p:nvPr>
        </p:nvSpPr>
        <p:spPr>
          <a:xfrm>
            <a:off x="695960" y="1875099"/>
            <a:ext cx="5323840" cy="4300276"/>
          </a:xfrm>
        </p:spPr>
        <p:txBody>
          <a:bodyPr/>
          <a:lstStyle>
            <a:lvl1pPr>
              <a:defRPr sz="1800">
                <a:solidFill>
                  <a:schemeClr val="lt1">
                    <a:lumMod val="100000"/>
                  </a:schemeClr>
                </a:solidFill>
                <a:latin typeface="+mn-lt"/>
                <a:sym typeface="Arial" panose="020B0604020202020204" pitchFamily="34" charset="0"/>
              </a:defRPr>
            </a:lvl1pPr>
            <a:lvl2pPr>
              <a:defRPr sz="1600">
                <a:solidFill>
                  <a:schemeClr val="lt1">
                    <a:lumMod val="100000"/>
                  </a:schemeClr>
                </a:solidFill>
                <a:latin typeface="+mn-lt"/>
              </a:defRPr>
            </a:lvl2pPr>
            <a:lvl3pPr>
              <a:defRPr sz="1400">
                <a:solidFill>
                  <a:schemeClr val="lt1">
                    <a:lumMod val="100000"/>
                  </a:schemeClr>
                </a:solidFill>
                <a:latin typeface="+mn-lt"/>
              </a:defRPr>
            </a:lvl3pPr>
            <a:lvl4pPr>
              <a:defRPr sz="1200">
                <a:solidFill>
                  <a:schemeClr val="lt1">
                    <a:lumMod val="100000"/>
                  </a:schemeClr>
                </a:solidFill>
                <a:latin typeface="+mn-lt"/>
              </a:defRPr>
            </a:lvl4pPr>
            <a:lvl5pPr>
              <a:defRPr sz="1200">
                <a:solidFill>
                  <a:schemeClr val="lt1">
                    <a:lumMod val="100000"/>
                  </a:schemeClr>
                </a:solidFill>
                <a:latin typeface="+mn-lt"/>
              </a:defRPr>
            </a:lvl5pPr>
          </a:lstStyle>
          <a:p>
            <a:pPr lvl="0"/>
            <a:r>
              <a:rPr lang="en-US" dirty="0">
                <a:latin typeface="+mn-lt"/>
              </a:rPr>
              <a:t>Click to add text</a:t>
            </a:r>
            <a:endParaRPr lang="en-US" dirty="0"/>
          </a:p>
        </p:txBody>
      </p:sp>
      <p:sp>
        <p:nvSpPr>
          <p:cNvPr id="5" name="文本占位符 4"/>
          <p:cNvSpPr>
            <a:spLocks noGrp="1"/>
          </p:cNvSpPr>
          <p:nvPr>
            <p:ph type="body" sz="quarter" idx="3" hasCustomPrompt="1"/>
            <p:custDataLst>
              <p:tags r:id="rId5"/>
            </p:custDataLst>
          </p:nvPr>
        </p:nvSpPr>
        <p:spPr>
          <a:xfrm>
            <a:off x="6172200" y="1301750"/>
            <a:ext cx="5323840" cy="411303"/>
          </a:xfrm>
        </p:spPr>
        <p:txBody>
          <a:bodyPr anchor="b"/>
          <a:lstStyle>
            <a:lvl1pPr marL="0" indent="0">
              <a:buNone/>
              <a:defRPr sz="2400" b="1">
                <a:solidFill>
                  <a:schemeClr val="lt1">
                    <a:lumMod val="100000"/>
                  </a:schemeClr>
                </a:solidFill>
                <a:latin typeface="+mj-lt"/>
                <a:sym typeface="Arial" panose="020B0604020202020204" pitchFamily="34" charset="0"/>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pPr lvl="0"/>
            <a:r>
              <a:rPr lang="en-US" dirty="0">
                <a:latin typeface="+mj-lt"/>
              </a:rPr>
              <a:t>Click to add text</a:t>
            </a:r>
            <a:endParaRPr lang="en-US" dirty="0"/>
          </a:p>
        </p:txBody>
      </p:sp>
      <p:sp>
        <p:nvSpPr>
          <p:cNvPr id="6" name="内容占位符 5"/>
          <p:cNvSpPr>
            <a:spLocks noGrp="1"/>
          </p:cNvSpPr>
          <p:nvPr>
            <p:ph sz="quarter" idx="4" hasCustomPrompt="1"/>
            <p:custDataLst>
              <p:tags r:id="rId6"/>
            </p:custDataLst>
          </p:nvPr>
        </p:nvSpPr>
        <p:spPr>
          <a:xfrm>
            <a:off x="6172200" y="1875099"/>
            <a:ext cx="5323840" cy="4300276"/>
          </a:xfrm>
        </p:spPr>
        <p:txBody>
          <a:bodyPr/>
          <a:lstStyle>
            <a:lvl1pPr>
              <a:defRPr sz="1800">
                <a:solidFill>
                  <a:schemeClr val="lt1">
                    <a:lumMod val="100000"/>
                  </a:schemeClr>
                </a:solidFill>
                <a:latin typeface="+mn-lt"/>
                <a:sym typeface="Arial" panose="020B0604020202020204" pitchFamily="34" charset="0"/>
              </a:defRPr>
            </a:lvl1pPr>
            <a:lvl2pPr>
              <a:defRPr sz="1600">
                <a:solidFill>
                  <a:schemeClr val="lt1">
                    <a:lumMod val="100000"/>
                  </a:schemeClr>
                </a:solidFill>
                <a:latin typeface="+mn-lt"/>
              </a:defRPr>
            </a:lvl2pPr>
            <a:lvl3pPr>
              <a:defRPr sz="1400">
                <a:solidFill>
                  <a:schemeClr val="lt1">
                    <a:lumMod val="100000"/>
                  </a:schemeClr>
                </a:solidFill>
                <a:latin typeface="+mn-lt"/>
              </a:defRPr>
            </a:lvl3pPr>
            <a:lvl4pPr>
              <a:defRPr sz="1200">
                <a:solidFill>
                  <a:schemeClr val="lt1">
                    <a:lumMod val="100000"/>
                  </a:schemeClr>
                </a:solidFill>
                <a:latin typeface="+mn-lt"/>
              </a:defRPr>
            </a:lvl4pPr>
            <a:lvl5pPr>
              <a:defRPr sz="1200">
                <a:solidFill>
                  <a:schemeClr val="lt1">
                    <a:lumMod val="100000"/>
                  </a:schemeClr>
                </a:solidFill>
                <a:latin typeface="+mn-lt"/>
              </a:defRPr>
            </a:lvl5pPr>
          </a:lstStyle>
          <a:p>
            <a:pPr lvl="0"/>
            <a:r>
              <a:rPr lang="en-US" dirty="0">
                <a:latin typeface="+mn-lt"/>
              </a:rPr>
              <a:t>Click to add text</a:t>
            </a:r>
            <a:endParaRPr lang="en-US" dirty="0"/>
          </a:p>
        </p:txBody>
      </p:sp>
      <p:sp>
        <p:nvSpPr>
          <p:cNvPr id="7" name="日期占位符 6"/>
          <p:cNvSpPr>
            <a:spLocks noGrp="1"/>
          </p:cNvSpPr>
          <p:nvPr>
            <p:ph type="dt" sz="half" idx="10"/>
            <p:custDataLst>
              <p:tags r:id="rId7"/>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8" name="页脚占位符 7"/>
          <p:cNvSpPr>
            <a:spLocks noGrp="1"/>
          </p:cNvSpPr>
          <p:nvPr>
            <p:ph type="ftr" sz="quarter" idx="11"/>
            <p:custDataLst>
              <p:tags r:id="rId8"/>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9" name="灯片编号占位符 8"/>
          <p:cNvSpPr>
            <a:spLocks noGrp="1"/>
          </p:cNvSpPr>
          <p:nvPr>
            <p:ph type="sldNum" sz="quarter" idx="12"/>
            <p:custDataLst>
              <p:tags r:id="rId9"/>
            </p:custDataLst>
          </p:nvPr>
        </p:nvSpPr>
        <p:spPr/>
        <p:txBody>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p:txBody>
          <a:bodyPr/>
          <a:lstStyle>
            <a:lvl1pPr algn="l">
              <a:defRPr>
                <a:solidFill>
                  <a:schemeClr val="lt1">
                    <a:lumMod val="100000"/>
                  </a:schemeClr>
                </a:solidFill>
                <a:latin typeface="+mj-lt"/>
                <a:sym typeface="Arial" panose="020B0604020202020204" pitchFamily="34" charset="0"/>
              </a:defRPr>
            </a:lvl1pPr>
          </a:lstStyle>
          <a:p>
            <a:r>
              <a:rPr lang="en-US" dirty="0">
                <a:latin typeface="+mj-lt"/>
              </a:rPr>
              <a:t>Click to add title</a:t>
            </a:r>
            <a:endParaRPr lang="en-US" dirty="0"/>
          </a:p>
        </p:txBody>
      </p:sp>
      <p:sp>
        <p:nvSpPr>
          <p:cNvPr id="3" name="日期占位符 2"/>
          <p:cNvSpPr>
            <a:spLocks noGrp="1"/>
          </p:cNvSpPr>
          <p:nvPr>
            <p:ph type="dt" sz="half" idx="10"/>
            <p:custDataLst>
              <p:tags r:id="rId3"/>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4" name="页脚占位符 3"/>
          <p:cNvSpPr>
            <a:spLocks noGrp="1"/>
          </p:cNvSpPr>
          <p:nvPr>
            <p:ph type="ftr" sz="quarter" idx="11"/>
            <p:custDataLst>
              <p:tags r:id="rId4"/>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5" name="灯片编号占位符 4"/>
          <p:cNvSpPr>
            <a:spLocks noGrp="1"/>
          </p:cNvSpPr>
          <p:nvPr>
            <p:ph type="sldNum" sz="quarter" idx="12"/>
            <p:custDataLst>
              <p:tags r:id="rId5"/>
            </p:custDataLst>
          </p:nvPr>
        </p:nvSpPr>
        <p:spPr/>
        <p:txBody>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3" name="页脚占位符 2"/>
          <p:cNvSpPr>
            <a:spLocks noGrp="1"/>
          </p:cNvSpPr>
          <p:nvPr>
            <p:ph type="ftr" sz="quarter" idx="11"/>
            <p:custDataLst>
              <p:tags r:id="rId3"/>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4" name="灯片编号占位符 3"/>
          <p:cNvSpPr>
            <a:spLocks noGrp="1"/>
          </p:cNvSpPr>
          <p:nvPr>
            <p:ph type="sldNum" sz="quarter" idx="12"/>
            <p:custDataLst>
              <p:tags r:id="rId4"/>
            </p:custDataLst>
          </p:nvPr>
        </p:nvSpPr>
        <p:spPr/>
        <p:txBody>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Content Only">
    <p:spTree>
      <p:nvGrpSpPr>
        <p:cNvPr id="1" name=""/>
        <p:cNvGrpSpPr/>
        <p:nvPr/>
      </p:nvGrpSpPr>
      <p:grpSpPr>
        <a:xfrm>
          <a:off x="0" y="0"/>
          <a:ext cx="0" cy="0"/>
          <a:chOff x="0" y="0"/>
          <a:chExt cx="0" cy="0"/>
        </a:xfrm>
      </p:grpSpPr>
      <p:sp>
        <p:nvSpPr>
          <p:cNvPr id="3" name="内容占位符 1"/>
          <p:cNvSpPr>
            <a:spLocks noGrp="1"/>
          </p:cNvSpPr>
          <p:nvPr>
            <p:ph idx="1" hasCustomPrompt="1"/>
            <p:custDataLst>
              <p:tags r:id="rId2"/>
            </p:custDataLst>
          </p:nvPr>
        </p:nvSpPr>
        <p:spPr>
          <a:xfrm>
            <a:off x="695960" y="360045"/>
            <a:ext cx="10801985" cy="5817870"/>
          </a:xfrm>
        </p:spPr>
        <p:txBody>
          <a:bodyPr/>
          <a:lstStyle>
            <a:lvl1pPr>
              <a:defRPr sz="1800">
                <a:solidFill>
                  <a:schemeClr val="lt1">
                    <a:lumMod val="100000"/>
                  </a:schemeClr>
                </a:solidFill>
                <a:latin typeface="+mn-lt"/>
                <a:sym typeface="Arial" panose="020B0604020202020204" pitchFamily="34" charset="0"/>
              </a:defRPr>
            </a:lvl1pPr>
            <a:lvl2pPr>
              <a:defRPr sz="1600">
                <a:solidFill>
                  <a:schemeClr val="lt1">
                    <a:lumMod val="100000"/>
                  </a:schemeClr>
                </a:solidFill>
                <a:latin typeface="+mn-lt"/>
              </a:defRPr>
            </a:lvl2pPr>
            <a:lvl3pPr>
              <a:defRPr sz="1400">
                <a:solidFill>
                  <a:schemeClr val="lt1">
                    <a:lumMod val="100000"/>
                  </a:schemeClr>
                </a:solidFill>
                <a:latin typeface="+mn-lt"/>
              </a:defRPr>
            </a:lvl3pPr>
            <a:lvl4pPr>
              <a:defRPr sz="1200">
                <a:solidFill>
                  <a:schemeClr val="lt1">
                    <a:lumMod val="100000"/>
                  </a:schemeClr>
                </a:solidFill>
                <a:latin typeface="+mn-lt"/>
              </a:defRPr>
            </a:lvl4pPr>
            <a:lvl5pPr>
              <a:defRPr sz="1200">
                <a:solidFill>
                  <a:schemeClr val="lt1">
                    <a:lumMod val="100000"/>
                  </a:schemeClr>
                </a:solidFill>
                <a:latin typeface="+mn-lt"/>
              </a:defRPr>
            </a:lvl5pPr>
          </a:lstStyle>
          <a:p>
            <a:pPr lvl="0"/>
            <a:r>
              <a:rPr lang="en-US" dirty="0">
                <a:latin typeface="+mn-lt"/>
              </a:rPr>
              <a:t>Click to add text</a:t>
            </a:r>
            <a:endParaRPr lang="en-US" dirty="0"/>
          </a:p>
        </p:txBody>
      </p:sp>
      <p:sp>
        <p:nvSpPr>
          <p:cNvPr id="4" name="日期占位符 2"/>
          <p:cNvSpPr>
            <a:spLocks noGrp="1"/>
          </p:cNvSpPr>
          <p:nvPr>
            <p:ph type="dt" sz="half" idx="10"/>
            <p:custDataLst>
              <p:tags r:id="rId3"/>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5" name="页脚占位符 3"/>
          <p:cNvSpPr>
            <a:spLocks noGrp="1"/>
          </p:cNvSpPr>
          <p:nvPr>
            <p:ph type="ftr" sz="quarter" idx="11"/>
            <p:custDataLst>
              <p:tags r:id="rId4"/>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6" name="灯片编号占位符 4"/>
          <p:cNvSpPr>
            <a:spLocks noGrp="1"/>
          </p:cNvSpPr>
          <p:nvPr>
            <p:ph type="sldNum" sz="quarter" idx="12"/>
            <p:custDataLst>
              <p:tags r:id="rId5"/>
            </p:custDataLst>
          </p:nvPr>
        </p:nvSpPr>
        <p:spPr/>
        <p:txBody>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Title and Subtitle">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698506" y="266702"/>
            <a:ext cx="10795086" cy="863607"/>
          </a:xfrm>
        </p:spPr>
        <p:txBody>
          <a:bodyPr/>
          <a:lstStyle>
            <a:lvl1pPr algn="l">
              <a:defRPr>
                <a:solidFill>
                  <a:schemeClr val="lt1">
                    <a:lumMod val="100000"/>
                  </a:schemeClr>
                </a:solidFill>
                <a:latin typeface="+mj-lt"/>
                <a:sym typeface="Arial" panose="020B0604020202020204" pitchFamily="34" charset="0"/>
              </a:defRPr>
            </a:lvl1pPr>
          </a:lstStyle>
          <a:p>
            <a:r>
              <a:rPr lang="en-US" dirty="0">
                <a:latin typeface="+mj-lt"/>
              </a:rPr>
              <a:t>Click to add title</a:t>
            </a:r>
            <a:endParaRPr lang="en-US" dirty="0"/>
          </a:p>
        </p:txBody>
      </p:sp>
      <p:sp>
        <p:nvSpPr>
          <p:cNvPr id="3" name="文本占位符 2"/>
          <p:cNvSpPr>
            <a:spLocks noGrp="1"/>
          </p:cNvSpPr>
          <p:nvPr>
            <p:ph type="body" idx="1" hasCustomPrompt="1"/>
            <p:custDataLst>
              <p:tags r:id="rId3"/>
            </p:custDataLst>
          </p:nvPr>
        </p:nvSpPr>
        <p:spPr>
          <a:xfrm>
            <a:off x="695960" y="1301750"/>
            <a:ext cx="10798810" cy="539750"/>
          </a:xfrm>
        </p:spPr>
        <p:txBody>
          <a:bodyPr anchor="t"/>
          <a:lstStyle>
            <a:lvl1pPr marL="0" indent="0">
              <a:buNone/>
              <a:defRPr sz="2400" b="0">
                <a:solidFill>
                  <a:schemeClr val="lt1">
                    <a:lumMod val="100000"/>
                  </a:schemeClr>
                </a:solidFill>
                <a:latin typeface="+mj-lt"/>
                <a:sym typeface="Arial" panose="020B0604020202020204" pitchFamily="34" charset="0"/>
              </a:defRPr>
            </a:lvl1pPr>
            <a:lvl2pPr marL="457200" indent="0">
              <a:buNone/>
              <a:defRPr sz="2000" b="1">
                <a:latin typeface="+mj-lt"/>
              </a:defRPr>
            </a:lvl2pPr>
            <a:lvl3pPr marL="914400" indent="0">
              <a:buNone/>
              <a:defRPr sz="1800" b="1">
                <a:latin typeface="+mj-lt"/>
              </a:defRPr>
            </a:lvl3pPr>
            <a:lvl4pPr marL="1371600" indent="0">
              <a:buNone/>
              <a:defRPr sz="1600" b="1">
                <a:latin typeface="+mj-lt"/>
              </a:defRPr>
            </a:lvl4pPr>
            <a:lvl5pPr marL="1828800" indent="0">
              <a:buNone/>
              <a:defRPr sz="1600" b="1">
                <a:latin typeface="+mj-lt"/>
              </a:defRPr>
            </a:lvl5pPr>
            <a:lvl6pPr marL="2286000" indent="0">
              <a:buNone/>
              <a:defRPr sz="1600" b="1">
                <a:latin typeface="+mj-lt"/>
              </a:defRPr>
            </a:lvl6pPr>
            <a:lvl7pPr marL="2743200" indent="0">
              <a:buNone/>
              <a:defRPr sz="1600" b="1">
                <a:latin typeface="+mj-lt"/>
              </a:defRPr>
            </a:lvl7pPr>
            <a:lvl8pPr marL="3200400" indent="0">
              <a:buNone/>
              <a:defRPr sz="1600" b="1">
                <a:latin typeface="+mj-lt"/>
              </a:defRPr>
            </a:lvl8pPr>
            <a:lvl9pPr marL="3657600" indent="0">
              <a:buNone/>
              <a:defRPr sz="1600" b="1">
                <a:latin typeface="+mj-lt"/>
              </a:defRPr>
            </a:lvl9pPr>
          </a:lstStyle>
          <a:p>
            <a:r>
              <a:rPr lang="en-US" dirty="0">
                <a:latin typeface="+mj-lt"/>
              </a:rPr>
              <a:t>Click to add text</a:t>
            </a:r>
            <a:endParaRPr lang="en-US" dirty="0"/>
          </a:p>
        </p:txBody>
      </p:sp>
      <p:sp>
        <p:nvSpPr>
          <p:cNvPr id="7" name="日期占位符 3"/>
          <p:cNvSpPr>
            <a:spLocks noGrp="1"/>
          </p:cNvSpPr>
          <p:nvPr>
            <p:ph type="dt" sz="half" idx="10"/>
            <p:custDataLst>
              <p:tags r:id="rId4"/>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8" name="页脚占位符 4"/>
          <p:cNvSpPr>
            <a:spLocks noGrp="1"/>
          </p:cNvSpPr>
          <p:nvPr>
            <p:ph type="ftr" sz="quarter" idx="11"/>
            <p:custDataLst>
              <p:tags r:id="rId5"/>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9" name="灯片编号占位符 5"/>
          <p:cNvSpPr>
            <a:spLocks noGrp="1"/>
          </p:cNvSpPr>
          <p:nvPr>
            <p:ph type="sldNum" sz="quarter" idx="12"/>
            <p:custDataLst>
              <p:tags r:id="rId6"/>
            </p:custDataLst>
          </p:nvPr>
        </p:nvSpPr>
        <p:spPr/>
        <p:txBody>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showMasterSp="0" userDrawn="1">
  <p:cSld name="End Slide">
    <p:spTree>
      <p:nvGrpSpPr>
        <p:cNvPr id="1" name=""/>
        <p:cNvGrpSpPr/>
        <p:nvPr/>
      </p:nvGrpSpPr>
      <p:grpSpPr>
        <a:xfrm>
          <a:off x="0" y="0"/>
          <a:ext cx="0" cy="0"/>
          <a:chOff x="0" y="0"/>
          <a:chExt cx="0" cy="0"/>
        </a:xfrm>
      </p:grpSpPr>
      <p:pic>
        <p:nvPicPr>
          <p:cNvPr id="5" name="图片 4"/>
          <p:cNvPicPr>
            <a:picLocks noChangeAspect="1"/>
          </p:cNvPicPr>
          <p:nvPr userDrawn="1">
            <p:custDataLst>
              <p:tags r:id="rId2"/>
            </p:custDataLst>
          </p:nvPr>
        </p:nvPicPr>
        <p:blipFill>
          <a:blip r:embed="rId3">
            <a:duotone>
              <a:prstClr val="black"/>
              <a:schemeClr val="accent1">
                <a:tint val="45000"/>
                <a:satMod val="400000"/>
              </a:schemeClr>
            </a:duotone>
            <a:lum bright="12000" contrast="24000"/>
          </a:blip>
          <a:stretch>
            <a:fillRect/>
          </a:stretch>
        </p:blipFill>
        <p:spPr>
          <a:xfrm>
            <a:off x="0" y="0"/>
            <a:ext cx="12192000" cy="6857999"/>
          </a:xfrm>
          <a:prstGeom prst="rect">
            <a:avLst/>
          </a:prstGeom>
        </p:spPr>
      </p:pic>
      <p:sp>
        <p:nvSpPr>
          <p:cNvPr id="2" name="标题 1"/>
          <p:cNvSpPr>
            <a:spLocks noGrp="1"/>
          </p:cNvSpPr>
          <p:nvPr>
            <p:ph type="ctrTitle" hasCustomPrompt="1"/>
            <p:custDataLst>
              <p:tags r:id="rId4"/>
            </p:custDataLst>
          </p:nvPr>
        </p:nvSpPr>
        <p:spPr>
          <a:xfrm>
            <a:off x="838200" y="1216451"/>
            <a:ext cx="10515000" cy="1800000"/>
          </a:xfrm>
        </p:spPr>
        <p:txBody>
          <a:bodyPr anchor="b"/>
          <a:lstStyle>
            <a:lvl1pPr algn="ctr">
              <a:lnSpc>
                <a:spcPct val="100000"/>
              </a:lnSpc>
              <a:defRPr sz="6000">
                <a:solidFill>
                  <a:schemeClr val="lt1">
                    <a:lumMod val="100000"/>
                  </a:schemeClr>
                </a:solidFill>
                <a:latin typeface="+mj-lt"/>
                <a:sym typeface="Arial" panose="020B0604020202020204" pitchFamily="34" charset="0"/>
              </a:defRPr>
            </a:lvl1pPr>
          </a:lstStyle>
          <a:p>
            <a:r>
              <a:rPr lang="en-US" dirty="0">
                <a:latin typeface="+mj-lt"/>
              </a:rPr>
              <a:t>Click to add title</a:t>
            </a:r>
            <a:endParaRPr lang="en-US" dirty="0"/>
          </a:p>
        </p:txBody>
      </p:sp>
      <p:sp>
        <p:nvSpPr>
          <p:cNvPr id="24" name="署名占位符 10"/>
          <p:cNvSpPr>
            <a:spLocks noGrp="1"/>
          </p:cNvSpPr>
          <p:nvPr>
            <p:ph type="body" sz="quarter" idx="17" hasCustomPrompt="1"/>
            <p:custDataLst>
              <p:tags r:id="rId5"/>
            </p:custDataLst>
          </p:nvPr>
        </p:nvSpPr>
        <p:spPr>
          <a:xfrm>
            <a:off x="838165" y="3380249"/>
            <a:ext cx="10514400" cy="898647"/>
          </a:xfrm>
        </p:spPr>
        <p:txBody>
          <a:bodyPr anchor="t">
            <a:normAutofit/>
          </a:bodyPr>
          <a:lstStyle>
            <a:lvl1pPr marL="0" indent="0" algn="ctr">
              <a:lnSpc>
                <a:spcPct val="100000"/>
              </a:lnSpc>
              <a:buNone/>
              <a:defRPr sz="1800">
                <a:solidFill>
                  <a:schemeClr val="lt1">
                    <a:lumMod val="100000"/>
                  </a:schemeClr>
                </a:solidFill>
                <a:latin typeface="+mn-lt"/>
                <a:sym typeface="Arial" panose="020B0604020202020204" pitchFamily="34" charset="0"/>
              </a:defRPr>
            </a:lvl1pPr>
          </a:lstStyle>
          <a:p>
            <a:pPr lvl="0"/>
            <a:r>
              <a:rPr lang="en-US" dirty="0">
                <a:latin typeface="+mn-lt"/>
              </a:rPr>
              <a:t>Click to add text</a:t>
            </a:r>
            <a:endParaRPr lang="en-US" dirty="0"/>
          </a:p>
        </p:txBody>
      </p:sp>
      <p:sp>
        <p:nvSpPr>
          <p:cNvPr id="4" name="日期占位符 3"/>
          <p:cNvSpPr>
            <a:spLocks noGrp="1"/>
          </p:cNvSpPr>
          <p:nvPr>
            <p:ph type="dt" sz="half" idx="18"/>
            <p:custDataLst>
              <p:tags r:id="rId6"/>
            </p:custDataLst>
          </p:nvPr>
        </p:nvSpPr>
        <p:spPr/>
        <p:txBody>
          <a:bodyPr/>
          <a:lstStyle>
            <a:lvl1pPr>
              <a:defRPr>
                <a:latin typeface="Arial" panose="020B0604020202020204" pitchFamily="34" charset="0"/>
                <a:sym typeface="Arial" panose="020B0604020202020204" pitchFamily="34" charset="0"/>
              </a:defRPr>
            </a:lvl1pPr>
          </a:lstStyle>
          <a:p>
            <a:r>
              <a:rPr lang="en-US"/>
              <a:t>Date Area</a:t>
            </a:r>
            <a:endParaRPr lang="en-US"/>
          </a:p>
        </p:txBody>
      </p:sp>
      <p:sp>
        <p:nvSpPr>
          <p:cNvPr id="6" name="页脚占位符 5"/>
          <p:cNvSpPr>
            <a:spLocks noGrp="1"/>
          </p:cNvSpPr>
          <p:nvPr>
            <p:ph type="ftr" sz="quarter" idx="19"/>
            <p:custDataLst>
              <p:tags r:id="rId7"/>
            </p:custDataLst>
          </p:nvPr>
        </p:nvSpPr>
        <p:spPr/>
        <p:txBody>
          <a:bodyPr/>
          <a:lstStyle>
            <a:lvl1pPr>
              <a:defRPr>
                <a:latin typeface="Arial" panose="020B0604020202020204" pitchFamily="34" charset="0"/>
                <a:sym typeface="Arial" panose="020B0604020202020204" pitchFamily="34" charset="0"/>
              </a:defRPr>
            </a:lvl1pPr>
          </a:lstStyle>
          <a:p>
            <a:endParaRPr lang="en-US"/>
          </a:p>
        </p:txBody>
      </p:sp>
      <p:sp>
        <p:nvSpPr>
          <p:cNvPr id="7" name="灯片编号占位符 6"/>
          <p:cNvSpPr>
            <a:spLocks noGrp="1"/>
          </p:cNvSpPr>
          <p:nvPr>
            <p:ph type="sldNum" sz="quarter" idx="20"/>
            <p:custDataLst>
              <p:tags r:id="rId8"/>
            </p:custDataLst>
          </p:nvPr>
        </p:nvSpPr>
        <p:spPr/>
        <p:txBody>
          <a:bodyPr/>
          <a:lstStyle>
            <a:lvl1pPr>
              <a:defRPr>
                <a:latin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3" Type="http://schemas.openxmlformats.org/officeDocument/2006/relationships/theme" Target="../theme/theme1.xml"/><Relationship Id="rId12" Type="http://schemas.openxmlformats.org/officeDocument/2006/relationships/image" Target="../media/image2.jpeg"/><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9" Type="http://schemas.openxmlformats.org/officeDocument/2006/relationships/slideLayout" Target="../slideLayouts/slideLayout20.xml"/><Relationship Id="rId8" Type="http://schemas.openxmlformats.org/officeDocument/2006/relationships/slideLayout" Target="../slideLayouts/slideLayout19.xml"/><Relationship Id="rId7" Type="http://schemas.openxmlformats.org/officeDocument/2006/relationships/slideLayout" Target="../slideLayouts/slideLayout18.xml"/><Relationship Id="rId6" Type="http://schemas.openxmlformats.org/officeDocument/2006/relationships/slideLayout" Target="../slideLayouts/slideLayout17.xml"/><Relationship Id="rId5" Type="http://schemas.openxmlformats.org/officeDocument/2006/relationships/slideLayout" Target="../slideLayouts/slideLayout16.xml"/><Relationship Id="rId4" Type="http://schemas.openxmlformats.org/officeDocument/2006/relationships/slideLayout" Target="../slideLayouts/slideLayout15.xml"/><Relationship Id="rId3" Type="http://schemas.openxmlformats.org/officeDocument/2006/relationships/slideLayout" Target="../slideLayouts/slideLayout14.xml"/><Relationship Id="rId2" Type="http://schemas.openxmlformats.org/officeDocument/2006/relationships/slideLayout" Target="../slideLayouts/slideLayout13.xml"/><Relationship Id="rId19" Type="http://schemas.openxmlformats.org/officeDocument/2006/relationships/theme" Target="../theme/theme2.xml"/><Relationship Id="rId18" Type="http://schemas.openxmlformats.org/officeDocument/2006/relationships/tags" Target="../tags/tag57.xml"/><Relationship Id="rId17" Type="http://schemas.openxmlformats.org/officeDocument/2006/relationships/tags" Target="../tags/tag56.xml"/><Relationship Id="rId16" Type="http://schemas.openxmlformats.org/officeDocument/2006/relationships/tags" Target="../tags/tag55.xml"/><Relationship Id="rId15" Type="http://schemas.openxmlformats.org/officeDocument/2006/relationships/tags" Target="../tags/tag54.xml"/><Relationship Id="rId14" Type="http://schemas.openxmlformats.org/officeDocument/2006/relationships/tags" Target="../tags/tag53.xml"/><Relationship Id="rId13" Type="http://schemas.openxmlformats.org/officeDocument/2006/relationships/tags" Target="../tags/tag52.xml"/><Relationship Id="rId12" Type="http://schemas.openxmlformats.org/officeDocument/2006/relationships/tags" Target="../tags/tag51.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 Type="http://schemas.openxmlformats.org/officeDocument/2006/relationships/slideLayout" Target="../slideLayouts/slideLayout1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pic>
        <p:nvPicPr>
          <p:cNvPr id="1026" name="Picture 9"/>
          <p:cNvPicPr>
            <a:picLocks noChangeAspect="1"/>
          </p:cNvPicPr>
          <p:nvPr/>
        </p:nvPicPr>
        <p:blipFill>
          <a:blip r:embed="rId12"/>
          <a:stretch>
            <a:fillRect/>
          </a:stretch>
        </p:blipFill>
        <p:spPr>
          <a:xfrm>
            <a:off x="0" y="0"/>
            <a:ext cx="12208933" cy="6858000"/>
          </a:xfrm>
          <a:prstGeom prst="rect">
            <a:avLst/>
          </a:prstGeom>
          <a:noFill/>
          <a:ln w="9525">
            <a:noFill/>
          </a:ln>
        </p:spPr>
      </p:pic>
      <p:sp>
        <p:nvSpPr>
          <p:cNvPr id="1027" name="Rectangle 3"/>
          <p:cNvSpPr>
            <a:spLocks noGrp="1"/>
          </p:cNvSpPr>
          <p:nvPr>
            <p:ph type="title"/>
          </p:nvPr>
        </p:nvSpPr>
        <p:spPr>
          <a:xfrm>
            <a:off x="609600" y="190500"/>
            <a:ext cx="10972800" cy="582613"/>
          </a:xfrm>
          <a:prstGeom prst="rect">
            <a:avLst/>
          </a:prstGeom>
          <a:noFill/>
          <a:ln w="9525">
            <a:noFill/>
          </a:ln>
        </p:spPr>
        <p:txBody>
          <a:bodyPr anchor="ctr" anchorCtr="0"/>
          <a:p>
            <a:pPr lvl="0"/>
            <a:r>
              <a:rPr lang="en-US" altLang="zh-CN" dirty="0"/>
              <a:t>Click to edit Master title style</a:t>
            </a:r>
            <a:endParaRPr lang="en-US" altLang="zh-CN" dirty="0"/>
          </a:p>
        </p:txBody>
      </p:sp>
      <p:sp>
        <p:nvSpPr>
          <p:cNvPr id="1028" name="Rectangle 4"/>
          <p:cNvSpPr>
            <a:spLocks noGrp="1"/>
          </p:cNvSpPr>
          <p:nvPr>
            <p:ph type="body" idx="1"/>
          </p:nvPr>
        </p:nvSpPr>
        <p:spPr>
          <a:xfrm>
            <a:off x="609600" y="1174750"/>
            <a:ext cx="10972800" cy="4953000"/>
          </a:xfrm>
          <a:prstGeom prst="rect">
            <a:avLst/>
          </a:prstGeom>
          <a:noFill/>
          <a:ln w="9525">
            <a:noFill/>
          </a:ln>
        </p:spPr>
        <p:txBody>
          <a:bodyPr/>
          <a:p>
            <a:pPr lvl="0"/>
            <a:r>
              <a:rPr lang="en-US" altLang="zh-CN" dirty="0"/>
              <a:t>Click to edit Master text styles</a:t>
            </a:r>
            <a:endParaRPr lang="en-US" altLang="zh-CN" dirty="0"/>
          </a:p>
          <a:p>
            <a:pPr lvl="1"/>
            <a:r>
              <a:rPr lang="en-US" altLang="zh-CN" dirty="0"/>
              <a:t>Second level</a:t>
            </a:r>
            <a:endParaRPr lang="en-US" altLang="zh-CN" dirty="0"/>
          </a:p>
          <a:p>
            <a:pPr lvl="2"/>
            <a:r>
              <a:rPr lang="en-US" altLang="zh-CN" dirty="0"/>
              <a:t>Third level</a:t>
            </a:r>
            <a:endParaRPr lang="en-US" altLang="zh-CN" dirty="0"/>
          </a:p>
          <a:p>
            <a:pPr lvl="3"/>
            <a:r>
              <a:rPr lang="en-US" altLang="zh-CN" dirty="0"/>
              <a:t>Fourth level</a:t>
            </a:r>
            <a:endParaRPr lang="en-US" altLang="zh-CN" dirty="0"/>
          </a:p>
          <a:p>
            <a:pPr lvl="4"/>
            <a:r>
              <a:rPr lang="en-US" altLang="zh-CN" dirty="0"/>
              <a:t>Fifth level</a:t>
            </a:r>
            <a:endParaRPr lang="en-US" altLang="zh-CN" dirty="0"/>
          </a:p>
        </p:txBody>
      </p:sp>
      <p:sp>
        <p:nvSpPr>
          <p:cNvPr id="1029" name="Rectangle 5"/>
          <p:cNvSpPr>
            <a:spLocks noGrp="1" noChangeArrowheads="1"/>
          </p:cNvSpPr>
          <p:nvPr>
            <p:ph type="dt" sz="half" idx="2"/>
          </p:nvPr>
        </p:nvSpPr>
        <p:spPr bwMode="auto">
          <a:xfrm>
            <a:off x="609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defRPr sz="1400"/>
            </a:lvl1pPr>
          </a:lstStyle>
          <a:p>
            <a:fld id="{63A1C593-65D0-4073-BCC9-577B9352EA97}" type="datetimeFigureOut">
              <a:rPr lang="en-US" smtClean="0"/>
            </a:fld>
            <a:endParaRPr lang="en-US"/>
          </a:p>
        </p:txBody>
      </p:sp>
      <p:sp>
        <p:nvSpPr>
          <p:cNvPr id="1030" name="Rectangle 6"/>
          <p:cNvSpPr>
            <a:spLocks noGrp="1" noChangeArrowheads="1"/>
          </p:cNvSpPr>
          <p:nvPr>
            <p:ph type="ftr" sz="quarter" idx="3"/>
          </p:nvPr>
        </p:nvSpPr>
        <p:spPr bwMode="auto">
          <a:xfrm>
            <a:off x="4165600" y="6245225"/>
            <a:ext cx="3860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ctr">
              <a:defRPr sz="1400"/>
            </a:lvl1pPr>
          </a:lstStyle>
          <a:p>
            <a:endParaRPr lang="en-US"/>
          </a:p>
        </p:txBody>
      </p:sp>
      <p:sp>
        <p:nvSpPr>
          <p:cNvPr id="1031" name="Rectangle 7"/>
          <p:cNvSpPr>
            <a:spLocks noGrp="1" noChangeArrowheads="1"/>
          </p:cNvSpPr>
          <p:nvPr>
            <p:ph type="sldNum" sz="quarter" idx="4"/>
          </p:nvPr>
        </p:nvSpPr>
        <p:spPr bwMode="auto">
          <a:xfrm>
            <a:off x="8737600" y="6245225"/>
            <a:ext cx="2844800" cy="4762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t" anchorCtr="0" compatLnSpc="1"/>
          <a:lstStyle>
            <a:lvl1pPr algn="r">
              <a:defRPr sz="1400"/>
            </a:lvl1pPr>
          </a:lstStyle>
          <a:p>
            <a:fld id="{9B618960-8005-486C-9A75-10CB2AAC16F9}" type="slidenum">
              <a:rPr lang="en-US" smtClean="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fontAlgn="base">
        <a:spcBef>
          <a:spcPct val="0"/>
        </a:spcBef>
        <a:spcAft>
          <a:spcPct val="0"/>
        </a:spcAft>
        <a:defRPr sz="3600" kern="1200">
          <a:solidFill>
            <a:schemeClr val="tx1"/>
          </a:solidFill>
          <a:latin typeface="+mj-lt"/>
          <a:ea typeface="+mj-ea"/>
          <a:cs typeface="+mj-cs"/>
        </a:defRPr>
      </a:lvl1pPr>
      <a:lvl2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2pPr>
      <a:lvl3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3pPr>
      <a:lvl4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4pPr>
      <a:lvl5pPr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5pPr>
      <a:lvl6pPr marL="4572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6pPr>
      <a:lvl7pPr marL="9144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7pPr>
      <a:lvl8pPr marL="13716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8pPr>
      <a:lvl9pPr marL="1828800" algn="l" rtl="0" fontAlgn="base">
        <a:spcBef>
          <a:spcPct val="0"/>
        </a:spcBef>
        <a:spcAft>
          <a:spcPct val="0"/>
        </a:spcAft>
        <a:defRPr sz="3600">
          <a:solidFill>
            <a:schemeClr val="tx1"/>
          </a:solidFill>
          <a:latin typeface="Arial" panose="020B0604020202020204" pitchFamily="34" charset="0"/>
          <a:ea typeface="SimSun" panose="02010600030101010101" pitchFamily="2" charset="-122"/>
        </a:defRPr>
      </a:lvl9pPr>
    </p:titleStyle>
    <p:bodyStyle>
      <a:lvl1pPr marL="342900" indent="-342900" algn="l" rtl="0" fontAlgn="base">
        <a:spcBef>
          <a:spcPct val="20000"/>
        </a:spcBef>
        <a:spcAft>
          <a:spcPct val="0"/>
        </a:spcAft>
        <a:buChar char="•"/>
        <a:defRPr sz="3200" kern="1200">
          <a:solidFill>
            <a:schemeClr val="tx1"/>
          </a:solidFill>
          <a:latin typeface="+mn-lt"/>
          <a:ea typeface="+mn-ea"/>
          <a:cs typeface="+mn-cs"/>
        </a:defRPr>
      </a:lvl1pPr>
      <a:lvl2pPr marL="742950" indent="-285750" algn="l" rtl="0" fontAlgn="base">
        <a:spcBef>
          <a:spcPct val="20000"/>
        </a:spcBef>
        <a:spcAft>
          <a:spcPct val="0"/>
        </a:spcAft>
        <a:buChar char="–"/>
        <a:defRPr sz="2800" kern="1200">
          <a:solidFill>
            <a:schemeClr val="tx1"/>
          </a:solidFill>
          <a:latin typeface="+mn-lt"/>
          <a:ea typeface="+mn-ea"/>
          <a:cs typeface="+mn-cs"/>
        </a:defRPr>
      </a:lvl2pPr>
      <a:lvl3pPr marL="1143000" indent="-228600" algn="l" rtl="0" fontAlgn="base">
        <a:spcBef>
          <a:spcPct val="20000"/>
        </a:spcBef>
        <a:spcAft>
          <a:spcPct val="0"/>
        </a:spcAft>
        <a:buChar char="•"/>
        <a:defRPr sz="2400" kern="1200">
          <a:solidFill>
            <a:schemeClr val="tx1"/>
          </a:solidFill>
          <a:latin typeface="+mn-lt"/>
          <a:ea typeface="+mn-ea"/>
          <a:cs typeface="+mn-cs"/>
        </a:defRPr>
      </a:lvl3pPr>
      <a:lvl4pPr marL="1600200" indent="-228600" algn="l" rtl="0" fontAlgn="base">
        <a:spcBef>
          <a:spcPct val="20000"/>
        </a:spcBef>
        <a:spcAft>
          <a:spcPct val="0"/>
        </a:spcAft>
        <a:buChar char="–"/>
        <a:defRPr sz="2000" kern="1200">
          <a:solidFill>
            <a:schemeClr val="tx1"/>
          </a:solidFill>
          <a:latin typeface="+mn-lt"/>
          <a:ea typeface="+mn-ea"/>
          <a:cs typeface="+mn-cs"/>
        </a:defRPr>
      </a:lvl4pPr>
      <a:lvl5pPr marL="2057400" indent="-228600" algn="l" rtl="0" fontAlgn="base">
        <a:spcBef>
          <a:spcPct val="20000"/>
        </a:spcBef>
        <a:spcAft>
          <a:spcPct val="0"/>
        </a:spcAft>
        <a:buChar char="»"/>
        <a:defRPr sz="20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矩形 7"/>
          <p:cNvSpPr/>
          <p:nvPr userDrawn="1">
            <p:custDataLst>
              <p:tags r:id="rId12"/>
            </p:custDataLst>
          </p:nvPr>
        </p:nvSpPr>
        <p:spPr>
          <a:xfrm>
            <a:off x="0" y="0"/>
            <a:ext cx="12192000" cy="6876415"/>
          </a:xfrm>
          <a:prstGeom prst="rect">
            <a:avLst/>
          </a:prstGeom>
          <a:solidFill>
            <a:srgbClr val="000000"/>
          </a:solidFill>
        </p:spPr>
        <p:style>
          <a:lnRef idx="2">
            <a:schemeClr val="accent1">
              <a:lumMod val="75000"/>
            </a:schemeClr>
          </a:lnRef>
          <a:fillRef idx="1">
            <a:schemeClr val="accent1"/>
          </a:fillRef>
          <a:effectRef idx="0">
            <a:srgbClr val="FFFFFF"/>
          </a:effectRef>
          <a:fontRef idx="minor">
            <a:schemeClr val="lt1"/>
          </a:fontRef>
        </p:style>
        <p:txBody>
          <a:bodyPr rtlCol="0" anchor="ctr"/>
          <a:lstStyle/>
          <a:p>
            <a:pPr algn="ctr"/>
            <a:endParaRPr lang="en-US">
              <a:latin typeface="Arial" panose="020B0604020202020204" pitchFamily="34" charset="0"/>
              <a:sym typeface="Arial" panose="020B0604020202020204" pitchFamily="34" charset="0"/>
            </a:endParaRPr>
          </a:p>
        </p:txBody>
      </p:sp>
      <p:sp>
        <p:nvSpPr>
          <p:cNvPr id="2" name="标题占位符 1"/>
          <p:cNvSpPr>
            <a:spLocks noGrp="1"/>
          </p:cNvSpPr>
          <p:nvPr>
            <p:ph type="title"/>
            <p:custDataLst>
              <p:tags r:id="rId13"/>
            </p:custDataLst>
          </p:nvPr>
        </p:nvSpPr>
        <p:spPr>
          <a:xfrm>
            <a:off x="695960" y="360000"/>
            <a:ext cx="10800000" cy="720000"/>
          </a:xfrm>
          <a:prstGeom prst="rect">
            <a:avLst/>
          </a:prstGeom>
        </p:spPr>
        <p:txBody>
          <a:bodyPr vert="horz" lIns="0" tIns="0" rIns="0" bIns="0" rtlCol="0" anchor="ctr">
            <a:normAutofit/>
          </a:bodyPr>
          <a:lstStyle/>
          <a:p>
            <a:r>
              <a:rPr lang="en-US" dirty="0">
                <a:latin typeface="+mj-lt"/>
              </a:rPr>
              <a:t>Click to add title</a:t>
            </a:r>
            <a:endParaRPr lang="en-US" dirty="0"/>
          </a:p>
        </p:txBody>
      </p:sp>
      <p:sp>
        <p:nvSpPr>
          <p:cNvPr id="3" name="文本占位符 2"/>
          <p:cNvSpPr>
            <a:spLocks noGrp="1"/>
          </p:cNvSpPr>
          <p:nvPr>
            <p:ph type="body" idx="1"/>
            <p:custDataLst>
              <p:tags r:id="rId14"/>
            </p:custDataLst>
          </p:nvPr>
        </p:nvSpPr>
        <p:spPr>
          <a:xfrm>
            <a:off x="695960" y="1301749"/>
            <a:ext cx="10800000" cy="4873625"/>
          </a:xfrm>
          <a:prstGeom prst="rect">
            <a:avLst/>
          </a:prstGeom>
        </p:spPr>
        <p:txBody>
          <a:bodyPr vert="horz" lIns="0" tIns="0" rIns="0" bIns="0" rtlCol="0">
            <a:normAutofit/>
          </a:bodyPr>
          <a:lstStyle/>
          <a:p>
            <a:pPr lvl="0"/>
            <a:r>
              <a:rPr lang="en-US" dirty="0">
                <a:latin typeface="+mn-lt"/>
              </a:rPr>
              <a:t>Click to add text</a:t>
            </a:r>
            <a:endParaRPr lang="en-US" dirty="0"/>
          </a:p>
        </p:txBody>
      </p:sp>
      <p:sp>
        <p:nvSpPr>
          <p:cNvPr id="4" name="日期占位符 3"/>
          <p:cNvSpPr>
            <a:spLocks noGrp="1"/>
          </p:cNvSpPr>
          <p:nvPr>
            <p:ph type="dt" sz="half" idx="2"/>
            <p:custDataLst>
              <p:tags r:id="rId15"/>
            </p:custDataLst>
          </p:nvPr>
        </p:nvSpPr>
        <p:spPr>
          <a:xfrm>
            <a:off x="69596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sym typeface="Arial" panose="020B0604020202020204" pitchFamily="34" charset="0"/>
              </a:defRPr>
            </a:lvl1pPr>
          </a:lstStyle>
          <a:p>
            <a:r>
              <a:rPr lang="en-US"/>
              <a:t>Date Area</a:t>
            </a:r>
            <a:endParaRPr lang="en-US"/>
          </a:p>
        </p:txBody>
      </p:sp>
      <p:sp>
        <p:nvSpPr>
          <p:cNvPr id="5" name="页脚占位符 4"/>
          <p:cNvSpPr>
            <a:spLocks noGrp="1"/>
          </p:cNvSpPr>
          <p:nvPr>
            <p:ph type="ftr" sz="quarter" idx="3"/>
            <p:custDataLst>
              <p:tags r:id="rId16"/>
            </p:custDataLst>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sym typeface="Arial" panose="020B0604020202020204" pitchFamily="34" charset="0"/>
              </a:defRPr>
            </a:lvl1pPr>
          </a:lstStyle>
          <a:p>
            <a:endParaRPr lang="en-US"/>
          </a:p>
        </p:txBody>
      </p:sp>
      <p:sp>
        <p:nvSpPr>
          <p:cNvPr id="6" name="灯片编号占位符 5"/>
          <p:cNvSpPr>
            <a:spLocks noGrp="1"/>
          </p:cNvSpPr>
          <p:nvPr>
            <p:ph type="sldNum" sz="quarter" idx="4"/>
            <p:custDataLst>
              <p:tags r:id="rId17"/>
            </p:custDataLst>
          </p:nvPr>
        </p:nvSpPr>
        <p:spPr>
          <a:xfrm>
            <a:off x="8753983"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sym typeface="Arial" panose="020B0604020202020204" pitchFamily="34" charset="0"/>
              </a:defRPr>
            </a:lvl1pPr>
          </a:lstStyle>
          <a:p>
            <a:fld id="{BE5F26B5-172A-4DC2-B0B7-181CFC56B87C}" type="slidenum">
              <a:rPr lang="en-US" smtClean="0"/>
            </a:fld>
            <a:endParaRPr lang="en-US"/>
          </a:p>
        </p:txBody>
      </p:sp>
      <p:sp>
        <p:nvSpPr>
          <p:cNvPr id="9" name="KSO_TEMPLATE" hidden="1"/>
          <p:cNvSpPr/>
          <p:nvPr userDrawn="1">
            <p:custDataLst>
              <p:tags r:id="rId18"/>
            </p:custDataLst>
          </p:nvPr>
        </p:nvSpPr>
        <p:spPr>
          <a:xfrm>
            <a:off x="0" y="0"/>
            <a:ext cx="0" cy="0"/>
          </a:xfrm>
          <a:prstGeom prst="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p>
            <a:pPr algn="ctr"/>
            <a:endParaRPr lang="zh-CN" altLang="en-US"/>
          </a:p>
        </p:txBody>
      </p:sp>
    </p:spTree>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100000"/>
        </a:lnSpc>
        <a:spcBef>
          <a:spcPct val="0"/>
        </a:spcBef>
        <a:buNone/>
        <a:defRPr sz="3200" b="1" kern="1200">
          <a:solidFill>
            <a:srgbClr val="FFFFFF"/>
          </a:solidFill>
          <a:latin typeface="Arial" panose="020B0604020202020204" pitchFamily="34" charset="0"/>
          <a:sym typeface="Arial" panose="020B0604020202020204" pitchFamily="34" charset="0"/>
        </a:defRPr>
      </a:lvl1pPr>
    </p:titleStyle>
    <p:bodyStyle>
      <a:lvl1pPr marL="228600" indent="-228600" algn="l" defTabSz="914400" rtl="0" eaLnBrk="1" latinLnBrk="0" hangingPunct="1">
        <a:lnSpc>
          <a:spcPct val="130000"/>
        </a:lnSpc>
        <a:spcBef>
          <a:spcPts val="1000"/>
        </a:spcBef>
        <a:buFont typeface="Arial" panose="020B0604020202020204" pitchFamily="34" charset="0"/>
        <a:buChar char="•"/>
        <a:defRPr sz="1400" kern="1200">
          <a:solidFill>
            <a:srgbClr val="FFFFFF"/>
          </a:solidFill>
          <a:latin typeface="Arial" panose="020B0604020202020204" pitchFamily="34" charset="0"/>
          <a:sym typeface="Arial" panose="020B0604020202020204" pitchFamily="34" charset="0"/>
        </a:defRPr>
      </a:lvl1pPr>
      <a:lvl2pPr marL="538480" indent="-206375" algn="l" defTabSz="914400" rtl="0" eaLnBrk="1" latinLnBrk="0" hangingPunct="1">
        <a:lnSpc>
          <a:spcPct val="130000"/>
        </a:lnSpc>
        <a:spcBef>
          <a:spcPts val="0"/>
        </a:spcBef>
        <a:buFont typeface="Arial" panose="020B0604020202020204" pitchFamily="34" charset="0"/>
        <a:buChar char="•"/>
        <a:defRPr sz="1200" kern="1200">
          <a:solidFill>
            <a:srgbClr val="FFFFFF"/>
          </a:solidFill>
          <a:latin typeface="+mn-lt"/>
        </a:defRPr>
      </a:lvl2pPr>
      <a:lvl3pPr marL="798830" indent="-161925" algn="l" defTabSz="914400" rtl="0" eaLnBrk="1" latinLnBrk="0" hangingPunct="1">
        <a:lnSpc>
          <a:spcPct val="130000"/>
        </a:lnSpc>
        <a:spcBef>
          <a:spcPts val="0"/>
        </a:spcBef>
        <a:buFont typeface="Arial" panose="020B0604020202020204" pitchFamily="34" charset="0"/>
        <a:buChar char="•"/>
        <a:defRPr sz="1000" kern="1200">
          <a:solidFill>
            <a:srgbClr val="FFFFFF"/>
          </a:solidFill>
          <a:latin typeface="+mn-lt"/>
        </a:defRPr>
      </a:lvl3pPr>
      <a:lvl4pPr marL="1030605" indent="-149225" algn="l" defTabSz="914400" rtl="0" eaLnBrk="1" latinLnBrk="0" hangingPunct="1">
        <a:lnSpc>
          <a:spcPct val="130000"/>
        </a:lnSpc>
        <a:spcBef>
          <a:spcPts val="0"/>
        </a:spcBef>
        <a:buFont typeface="Arial" panose="020B0604020202020204" pitchFamily="34" charset="0"/>
        <a:buChar char="•"/>
        <a:defRPr sz="900" kern="1200">
          <a:solidFill>
            <a:srgbClr val="FFFFFF"/>
          </a:solidFill>
          <a:latin typeface="+mn-lt"/>
        </a:defRPr>
      </a:lvl4pPr>
      <a:lvl5pPr marL="1235075" indent="-127000" algn="l" defTabSz="914400" rtl="0" eaLnBrk="1" latinLnBrk="0" hangingPunct="1">
        <a:lnSpc>
          <a:spcPct val="130000"/>
        </a:lnSpc>
        <a:spcBef>
          <a:spcPts val="0"/>
        </a:spcBef>
        <a:buFont typeface="Arial" panose="020B0604020202020204" pitchFamily="34" charset="0"/>
        <a:buChar char="•"/>
        <a:defRPr sz="1000" kern="1200">
          <a:solidFill>
            <a:srgbClr val="FFFFFF"/>
          </a:solidFill>
          <a:latin typeface="+mn-lt"/>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defRPr>
      </a:lvl9pPr>
    </p:bodyStyle>
    <p:otherStyle>
      <a:defPPr>
        <a:defRPr lang="en-US"/>
      </a:defPPr>
      <a:lvl1pPr marL="0" algn="l" defTabSz="914400" rtl="0" eaLnBrk="1" latinLnBrk="0" hangingPunct="1">
        <a:defRPr sz="1800" kern="1200">
          <a:solidFill>
            <a:schemeClr val="tx1"/>
          </a:solidFill>
          <a:latin typeface="+mn-lt"/>
        </a:defRPr>
      </a:lvl1pPr>
      <a:lvl2pPr marL="457200" algn="l" defTabSz="914400" rtl="0" eaLnBrk="1" latinLnBrk="0" hangingPunct="1">
        <a:defRPr sz="1800" kern="1200">
          <a:solidFill>
            <a:schemeClr val="tx1"/>
          </a:solidFill>
          <a:latin typeface="+mn-lt"/>
        </a:defRPr>
      </a:lvl2pPr>
      <a:lvl3pPr marL="914400" algn="l" defTabSz="914400" rtl="0" eaLnBrk="1" latinLnBrk="0" hangingPunct="1">
        <a:defRPr sz="1800" kern="1200">
          <a:solidFill>
            <a:schemeClr val="tx1"/>
          </a:solidFill>
          <a:latin typeface="+mn-lt"/>
        </a:defRPr>
      </a:lvl3pPr>
      <a:lvl4pPr marL="1371600" algn="l" defTabSz="914400" rtl="0" eaLnBrk="1" latinLnBrk="0" hangingPunct="1">
        <a:defRPr sz="1800" kern="1200">
          <a:solidFill>
            <a:schemeClr val="tx1"/>
          </a:solidFill>
          <a:latin typeface="+mn-lt"/>
        </a:defRPr>
      </a:lvl4pPr>
      <a:lvl5pPr marL="1828800" algn="l" defTabSz="914400" rtl="0" eaLnBrk="1" latinLnBrk="0" hangingPunct="1">
        <a:defRPr sz="1800" kern="1200">
          <a:solidFill>
            <a:schemeClr val="tx1"/>
          </a:solidFill>
          <a:latin typeface="+mn-lt"/>
        </a:defRPr>
      </a:lvl5pPr>
      <a:lvl6pPr marL="2286000" algn="l" defTabSz="914400" rtl="0" eaLnBrk="1" latinLnBrk="0" hangingPunct="1">
        <a:defRPr sz="1800" kern="1200">
          <a:solidFill>
            <a:schemeClr val="tx1"/>
          </a:solidFill>
          <a:latin typeface="+mn-lt"/>
        </a:defRPr>
      </a:lvl6pPr>
      <a:lvl7pPr marL="2743200" algn="l" defTabSz="914400" rtl="0" eaLnBrk="1" latinLnBrk="0" hangingPunct="1">
        <a:defRPr sz="1800" kern="1200">
          <a:solidFill>
            <a:schemeClr val="tx1"/>
          </a:solidFill>
          <a:latin typeface="+mn-lt"/>
        </a:defRPr>
      </a:lvl7pPr>
      <a:lvl8pPr marL="3200400" algn="l" defTabSz="914400" rtl="0" eaLnBrk="1" latinLnBrk="0" hangingPunct="1">
        <a:defRPr sz="1800" kern="1200">
          <a:solidFill>
            <a:schemeClr val="tx1"/>
          </a:solidFill>
          <a:latin typeface="+mn-lt"/>
        </a:defRPr>
      </a:lvl8pPr>
      <a:lvl9pPr marL="3657600" algn="l" defTabSz="914400" rtl="0" eaLnBrk="1" latinLnBrk="0" hangingPunct="1">
        <a:defRPr sz="1800" kern="1200">
          <a:solidFill>
            <a:schemeClr val="tx1"/>
          </a:solidFill>
          <a:latin typeface="+mn-lt"/>
        </a:defRPr>
      </a:lvl9pPr>
    </p:otherStyle>
  </p:txStyles>
</p:sldMaster>
</file>

<file path=ppt/slides/_rels/slide1.xml.rels><?xml version="1.0" encoding="UTF-8" standalone="yes"?>
<Relationships xmlns="http://schemas.openxmlformats.org/package/2006/relationships"><Relationship Id="rId5" Type="http://schemas.openxmlformats.org/officeDocument/2006/relationships/slideLayout" Target="../slideLayouts/slideLayout12.xml"/><Relationship Id="rId4" Type="http://schemas.openxmlformats.org/officeDocument/2006/relationships/tags" Target="../tags/tag61.xml"/><Relationship Id="rId3" Type="http://schemas.openxmlformats.org/officeDocument/2006/relationships/tags" Target="../tags/tag60.xml"/><Relationship Id="rId2" Type="http://schemas.openxmlformats.org/officeDocument/2006/relationships/tags" Target="../tags/tag59.xml"/><Relationship Id="rId1" Type="http://schemas.openxmlformats.org/officeDocument/2006/relationships/tags" Target="../tags/tag58.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7.jpeg"/></Relationships>
</file>

<file path=ppt/slides/_rels/slide4.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8.png"/></Relationships>
</file>

<file path=ppt/slides/_rels/slide5.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9.png"/></Relationships>
</file>

<file path=ppt/slides/_rels/slide6.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0.png"/></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2.png"/><Relationship Id="rId1" Type="http://schemas.openxmlformats.org/officeDocument/2006/relationships/image" Target="../media/image11.png"/></Relationships>
</file>

<file path=ppt/slides/_rels/slide8.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3.png"/></Relationships>
</file>

<file path=ppt/slides/_rels/slide9.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4.png"/></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image" Target="../media/image16.png"/><Relationship Id="rId1" Type="http://schemas.openxmlformats.org/officeDocument/2006/relationships/image" Target="../media/image15.png"/></Relationships>
</file>

<file path=ppt/slides/_rels/slide11.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7.png"/></Relationships>
</file>

<file path=ppt/slides/_rels/slide12.xml.rels><?xml version="1.0" encoding="UTF-8" standalone="yes"?>
<Relationships xmlns="http://schemas.openxmlformats.org/package/2006/relationships"><Relationship Id="rId2" Type="http://schemas.openxmlformats.org/officeDocument/2006/relationships/slideLayout" Target="../slideLayouts/slideLayout2.xml"/><Relationship Id="rId1" Type="http://schemas.openxmlformats.org/officeDocument/2006/relationships/image" Target="../media/image18.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标题"/>
          <p:cNvSpPr>
            <a:spLocks noGrp="1"/>
          </p:cNvSpPr>
          <p:nvPr>
            <p:ph type="ctrTitle"/>
            <p:custDataLst>
              <p:tags r:id="rId1"/>
            </p:custDataLst>
          </p:nvPr>
        </p:nvSpPr>
        <p:spPr>
          <a:xfrm>
            <a:off x="481965" y="1522730"/>
            <a:ext cx="10610215" cy="2218690"/>
          </a:xfrm>
        </p:spPr>
        <p:txBody>
          <a:bodyPr/>
          <a:lstStyle/>
          <a:p>
            <a:r>
              <a:rPr lang="en-US"/>
              <a:t>Performance and Sales Insight for Ongoing projects</a:t>
            </a:r>
            <a:endParaRPr lang="en-US"/>
          </a:p>
        </p:txBody>
      </p:sp>
      <p:sp>
        <p:nvSpPr>
          <p:cNvPr id="5" name="副标题"/>
          <p:cNvSpPr>
            <a:spLocks noGrp="1"/>
          </p:cNvSpPr>
          <p:nvPr>
            <p:ph type="subTitle" idx="1"/>
            <p:custDataLst>
              <p:tags r:id="rId2"/>
            </p:custDataLst>
          </p:nvPr>
        </p:nvSpPr>
        <p:spPr>
          <a:xfrm>
            <a:off x="636270" y="432435"/>
            <a:ext cx="10515600" cy="1015365"/>
          </a:xfrm>
        </p:spPr>
        <p:txBody>
          <a:bodyPr/>
          <a:lstStyle/>
          <a:p>
            <a:r>
              <a:rPr lang="en-US"/>
              <a:t>Pacific Lagos . Bellagio . Astoria</a:t>
            </a:r>
            <a:endParaRPr lang="en-US"/>
          </a:p>
        </p:txBody>
      </p:sp>
      <p:sp>
        <p:nvSpPr>
          <p:cNvPr id="10" name="署名"/>
          <p:cNvSpPr>
            <a:spLocks noGrp="1"/>
          </p:cNvSpPr>
          <p:nvPr>
            <p:ph type="body" sz="quarter" idx="17"/>
            <p:custDataLst>
              <p:tags r:id="rId3"/>
            </p:custDataLst>
          </p:nvPr>
        </p:nvSpPr>
        <p:spPr>
          <a:xfrm>
            <a:off x="838200" y="4194175"/>
            <a:ext cx="2743200" cy="526415"/>
          </a:xfrm>
        </p:spPr>
        <p:txBody>
          <a:bodyPr/>
          <a:lstStyle/>
          <a:p>
            <a:r>
              <a:rPr lang="en-US"/>
              <a:t>Vera Esate</a:t>
            </a:r>
            <a:endParaRPr lang="en-US"/>
          </a:p>
        </p:txBody>
      </p:sp>
    </p:spTree>
    <p:custDataLst>
      <p:tags r:id="rId4"/>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Executive Summary</a:t>
            </a:r>
            <a:endParaRPr lang="en-US"/>
          </a:p>
        </p:txBody>
      </p:sp>
      <p:sp>
        <p:nvSpPr>
          <p:cNvPr id="3" name="Content Placeholder 2"/>
          <p:cNvSpPr>
            <a:spLocks noGrp="1"/>
          </p:cNvSpPr>
          <p:nvPr>
            <p:ph idx="1"/>
          </p:nvPr>
        </p:nvSpPr>
        <p:spPr>
          <a:xfrm>
            <a:off x="838200" y="1388745"/>
            <a:ext cx="10515600" cy="4351338"/>
          </a:xfrm>
        </p:spPr>
        <p:txBody>
          <a:bodyPr>
            <a:noAutofit/>
          </a:bodyPr>
          <a:p>
            <a:pPr marL="0" indent="0">
              <a:buNone/>
            </a:pPr>
            <a:r>
              <a:rPr lang="en-US" sz="2000"/>
              <a:t>This analysis evaluate the performance of three of our real estate projects;</a:t>
            </a:r>
            <a:endParaRPr lang="en-US" sz="2000"/>
          </a:p>
          <a:p>
            <a:pPr marL="0" indent="0">
              <a:buNone/>
            </a:pPr>
            <a:r>
              <a:rPr lang="en-US" sz="2000"/>
              <a:t>The Pacific Lagos, Bellagio, and Astoria</a:t>
            </a:r>
            <a:endParaRPr lang="en-US" sz="2000"/>
          </a:p>
          <a:p>
            <a:pPr marL="0" indent="0">
              <a:buNone/>
            </a:pPr>
            <a:r>
              <a:rPr lang="en-US" sz="2000"/>
              <a:t>I used inquiry data, sales performance and marketing cost data to carryout the analysis.</a:t>
            </a:r>
            <a:endParaRPr lang="en-US" sz="2000"/>
          </a:p>
          <a:p>
            <a:pPr marL="0" indent="0">
              <a:buNone/>
            </a:pPr>
            <a:r>
              <a:rPr lang="en-US" sz="2000"/>
              <a:t>Across the peroid analyzed, lead generations remain strong, driven by digital channels, referrals and exhibition. </a:t>
            </a:r>
            <a:endParaRPr lang="en-US" sz="2000"/>
          </a:p>
          <a:p>
            <a:pPr marL="0" indent="0">
              <a:buNone/>
            </a:pPr>
            <a:r>
              <a:rPr lang="en-US" sz="2000"/>
              <a:t>The Pacific Lagos recorded the highest inquiry volume, supported by its strategic lagoon view location and strong brand presence,. Bellagio and Astoria maintained consistent engagement as well.</a:t>
            </a:r>
            <a:endParaRPr lang="en-US" sz="2000"/>
          </a:p>
          <a:p>
            <a:pPr marL="0" indent="0">
              <a:buNone/>
            </a:pPr>
            <a:r>
              <a:rPr lang="en-US" sz="2000"/>
              <a:t>However, the conversion rate show a clear drop in finalized sales indicating gaps in follow-up and nurturing.</a:t>
            </a:r>
            <a:endParaRPr lang="en-US" sz="2000"/>
          </a:p>
          <a:p>
            <a:pPr marL="0" indent="0">
              <a:buNone/>
            </a:pPr>
            <a:r>
              <a:rPr lang="en-US" sz="2000"/>
              <a:t>Marketing cost analysis reveals that Bellagio achieved the best ROI,this is due to the project value, though conversion rate was low.  Pacific Lagos and  Astoria also has good ROI. Astoria has the best conversion rate.</a:t>
            </a:r>
            <a:endParaRPr lang="en-US" sz="2000"/>
          </a:p>
          <a:p>
            <a:pPr marL="0" indent="0">
              <a:buNone/>
            </a:pPr>
            <a:r>
              <a:rPr lang="en-US" sz="2000"/>
              <a:t>Overall, the data strongly suggests a need to improve sales follow-up cycles, refines leads acquisition strategies and optimize marketing allocation across projects.</a:t>
            </a:r>
            <a:endParaRPr lang="en-US" sz="2000"/>
          </a:p>
          <a:p>
            <a:pPr marL="0" indent="0">
              <a:buNone/>
            </a:pPr>
            <a:endParaRPr lang="en-US" sz="2000"/>
          </a:p>
          <a:p>
            <a:pPr marL="0" indent="0">
              <a:buNone/>
            </a:pPr>
            <a:endParaRPr lang="en-US" sz="2000"/>
          </a:p>
          <a:p>
            <a:endParaRPr lang="en-US" sz="110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4" name="Content Placeholder 3" descr="KPI"/>
          <p:cNvPicPr>
            <a:picLocks noChangeAspect="1"/>
          </p:cNvPicPr>
          <p:nvPr>
            <p:ph idx="1"/>
          </p:nvPr>
        </p:nvPicPr>
        <p:blipFill>
          <a:blip r:embed="rId1"/>
          <a:stretch>
            <a:fillRect/>
          </a:stretch>
        </p:blipFill>
        <p:spPr>
          <a:xfrm>
            <a:off x="1928495" y="781050"/>
            <a:ext cx="7870190" cy="531177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Total Inquiry Trend</a:t>
            </a:r>
            <a:endParaRPr lang="en-US"/>
          </a:p>
        </p:txBody>
      </p:sp>
      <p:pic>
        <p:nvPicPr>
          <p:cNvPr id="4" name="Content Placeholder 3" descr="Monthly Inquiry Trend"/>
          <p:cNvPicPr>
            <a:picLocks noChangeAspect="1"/>
          </p:cNvPicPr>
          <p:nvPr>
            <p:ph idx="1"/>
          </p:nvPr>
        </p:nvPicPr>
        <p:blipFill>
          <a:blip r:embed="rId1"/>
          <a:stretch>
            <a:fillRect/>
          </a:stretch>
        </p:blipFill>
        <p:spPr>
          <a:xfrm>
            <a:off x="2377440" y="1891665"/>
            <a:ext cx="5570855" cy="3820160"/>
          </a:xfrm>
          <a:prstGeom prst="rect">
            <a:avLst/>
          </a:prstGeom>
        </p:spPr>
      </p:pic>
      <p:sp>
        <p:nvSpPr>
          <p:cNvPr id="5" name="Text Box 4"/>
          <p:cNvSpPr txBox="1"/>
          <p:nvPr/>
        </p:nvSpPr>
        <p:spPr>
          <a:xfrm>
            <a:off x="2377440" y="5711825"/>
            <a:ext cx="6018530" cy="645160"/>
          </a:xfrm>
          <a:prstGeom prst="rect">
            <a:avLst/>
          </a:prstGeom>
          <a:noFill/>
        </p:spPr>
        <p:txBody>
          <a:bodyPr wrap="square" rtlCol="0">
            <a:spAutoFit/>
          </a:bodyPr>
          <a:p>
            <a:r>
              <a:rPr lang="en-US"/>
              <a:t>This shows February has the highest Inquiry.</a:t>
            </a:r>
            <a:endParaRPr lang="en-US"/>
          </a:p>
          <a:p>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Sales Trend</a:t>
            </a:r>
            <a:endParaRPr lang="en-US"/>
          </a:p>
        </p:txBody>
      </p:sp>
      <p:sp>
        <p:nvSpPr>
          <p:cNvPr id="5" name="Text Box 4"/>
          <p:cNvSpPr txBox="1"/>
          <p:nvPr/>
        </p:nvSpPr>
        <p:spPr>
          <a:xfrm>
            <a:off x="2376805" y="5492750"/>
            <a:ext cx="5902960" cy="679450"/>
          </a:xfrm>
          <a:prstGeom prst="rect">
            <a:avLst/>
          </a:prstGeom>
          <a:noFill/>
        </p:spPr>
        <p:txBody>
          <a:bodyPr wrap="square" rtlCol="0">
            <a:noAutofit/>
          </a:bodyPr>
          <a:p>
            <a:r>
              <a:rPr lang="en-US"/>
              <a:t>This shows the month of February has high sales peak.</a:t>
            </a:r>
            <a:endParaRPr lang="en-US"/>
          </a:p>
          <a:p>
            <a:r>
              <a:rPr lang="en-US"/>
              <a:t>Sales drop a bit in March potentially due to a drop in Inquiry</a:t>
            </a:r>
            <a:endParaRPr lang="en-US"/>
          </a:p>
        </p:txBody>
      </p:sp>
      <p:pic>
        <p:nvPicPr>
          <p:cNvPr id="7" name="Content Placeholder 6" descr="Monthly Sales Trend (1)"/>
          <p:cNvPicPr>
            <a:picLocks noChangeAspect="1"/>
          </p:cNvPicPr>
          <p:nvPr>
            <p:ph idx="1"/>
          </p:nvPr>
        </p:nvPicPr>
        <p:blipFill>
          <a:blip r:embed="rId1"/>
          <a:stretch>
            <a:fillRect/>
          </a:stretch>
        </p:blipFill>
        <p:spPr>
          <a:xfrm>
            <a:off x="2376805" y="1600835"/>
            <a:ext cx="5495290" cy="365633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Lead Source Performance</a:t>
            </a:r>
            <a:endParaRPr lang="en-US"/>
          </a:p>
        </p:txBody>
      </p:sp>
      <p:pic>
        <p:nvPicPr>
          <p:cNvPr id="4" name="Content Placeholder 3" descr="Lead Source Performance (1)"/>
          <p:cNvPicPr>
            <a:picLocks noChangeAspect="1"/>
          </p:cNvPicPr>
          <p:nvPr>
            <p:ph idx="1"/>
          </p:nvPr>
        </p:nvPicPr>
        <p:blipFill>
          <a:blip r:embed="rId1"/>
          <a:stretch>
            <a:fillRect/>
          </a:stretch>
        </p:blipFill>
        <p:spPr>
          <a:xfrm>
            <a:off x="415290" y="1505585"/>
            <a:ext cx="5858510" cy="3682365"/>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Lead Pipeline Breakdown</a:t>
            </a:r>
            <a:endParaRPr lang="en-US"/>
          </a:p>
        </p:txBody>
      </p:sp>
      <p:pic>
        <p:nvPicPr>
          <p:cNvPr id="4" name="Content Placeholder 3" descr="C:/Users/HP/Downloads/Lead Pipeline Breakdown (1).pngLead Pipeline Breakdown (1)"/>
          <p:cNvPicPr>
            <a:picLocks noChangeAspect="1"/>
          </p:cNvPicPr>
          <p:nvPr>
            <p:ph idx="1"/>
          </p:nvPr>
        </p:nvPicPr>
        <p:blipFill>
          <a:blip r:embed="rId1"/>
          <a:srcRect/>
          <a:stretch>
            <a:fillRect/>
          </a:stretch>
        </p:blipFill>
        <p:spPr>
          <a:xfrm>
            <a:off x="748030" y="2042795"/>
            <a:ext cx="5271770" cy="3195320"/>
          </a:xfrm>
          <a:prstGeom prst="rect">
            <a:avLst/>
          </a:prstGeom>
        </p:spPr>
      </p:pic>
      <p:pic>
        <p:nvPicPr>
          <p:cNvPr id="5" name="Picture 4" descr="Lead Status Pipeline (1)"/>
          <p:cNvPicPr>
            <a:picLocks noChangeAspect="1"/>
          </p:cNvPicPr>
          <p:nvPr/>
        </p:nvPicPr>
        <p:blipFill>
          <a:blip r:embed="rId2"/>
          <a:stretch>
            <a:fillRect/>
          </a:stretch>
        </p:blipFill>
        <p:spPr>
          <a:xfrm>
            <a:off x="6236335" y="1776730"/>
            <a:ext cx="4819015" cy="321945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Project Revenue comparison</a:t>
            </a:r>
            <a:endParaRPr lang="en-US"/>
          </a:p>
        </p:txBody>
      </p:sp>
      <p:pic>
        <p:nvPicPr>
          <p:cNvPr id="4" name="Content Placeholder 3" descr="Revenue Comparison"/>
          <p:cNvPicPr>
            <a:picLocks noChangeAspect="1"/>
          </p:cNvPicPr>
          <p:nvPr>
            <p:ph idx="1"/>
          </p:nvPr>
        </p:nvPicPr>
        <p:blipFill>
          <a:blip r:embed="rId1"/>
          <a:stretch>
            <a:fillRect/>
          </a:stretch>
        </p:blipFill>
        <p:spPr>
          <a:xfrm>
            <a:off x="715010" y="1824990"/>
            <a:ext cx="6704965" cy="3603625"/>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Leads Vs Sales comparison</a:t>
            </a:r>
            <a:endParaRPr lang="en-US"/>
          </a:p>
        </p:txBody>
      </p:sp>
      <p:pic>
        <p:nvPicPr>
          <p:cNvPr id="4" name="Content Placeholder 3" descr="SUM of Total Leads and SUM of Total Sales"/>
          <p:cNvPicPr>
            <a:picLocks noChangeAspect="1"/>
          </p:cNvPicPr>
          <p:nvPr>
            <p:ph idx="1"/>
          </p:nvPr>
        </p:nvPicPr>
        <p:blipFill>
          <a:blip r:embed="rId1"/>
          <a:stretch>
            <a:fillRect/>
          </a:stretch>
        </p:blipFill>
        <p:spPr>
          <a:xfrm>
            <a:off x="1712595" y="1182370"/>
            <a:ext cx="8241030" cy="5489575"/>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Conversion rate</a:t>
            </a:r>
            <a:endParaRPr lang="en-US"/>
          </a:p>
        </p:txBody>
      </p:sp>
      <p:pic>
        <p:nvPicPr>
          <p:cNvPr id="4" name="Content Placeholder 3" descr="Monthly Conversion Rate on each Project (1)"/>
          <p:cNvPicPr>
            <a:picLocks noChangeAspect="1"/>
          </p:cNvPicPr>
          <p:nvPr>
            <p:ph idx="1"/>
          </p:nvPr>
        </p:nvPicPr>
        <p:blipFill>
          <a:blip r:embed="rId1"/>
          <a:stretch>
            <a:fillRect/>
          </a:stretch>
        </p:blipFill>
        <p:spPr>
          <a:xfrm>
            <a:off x="635000" y="1770380"/>
            <a:ext cx="5395595" cy="3248025"/>
          </a:xfrm>
          <a:prstGeom prst="rect">
            <a:avLst/>
          </a:prstGeom>
        </p:spPr>
      </p:pic>
      <p:pic>
        <p:nvPicPr>
          <p:cNvPr id="5" name="Picture 4" descr="Conversion Rate Trend (3)"/>
          <p:cNvPicPr>
            <a:picLocks noChangeAspect="1"/>
          </p:cNvPicPr>
          <p:nvPr/>
        </p:nvPicPr>
        <p:blipFill>
          <a:blip r:embed="rId2"/>
          <a:stretch>
            <a:fillRect/>
          </a:stretch>
        </p:blipFill>
        <p:spPr>
          <a:xfrm>
            <a:off x="6179820" y="1770380"/>
            <a:ext cx="4778375" cy="324802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Marketing Cost Vs Revenue</a:t>
            </a:r>
            <a:endParaRPr lang="en-US"/>
          </a:p>
        </p:txBody>
      </p:sp>
      <p:pic>
        <p:nvPicPr>
          <p:cNvPr id="4" name="Content Placeholder 3" descr="Marketing Cost Vs Revenue (1)"/>
          <p:cNvPicPr>
            <a:picLocks noChangeAspect="1"/>
          </p:cNvPicPr>
          <p:nvPr>
            <p:ph idx="1"/>
          </p:nvPr>
        </p:nvPicPr>
        <p:blipFill>
          <a:blip r:embed="rId1"/>
          <a:stretch>
            <a:fillRect/>
          </a:stretch>
        </p:blipFill>
        <p:spPr>
          <a:xfrm>
            <a:off x="2649855" y="1783715"/>
            <a:ext cx="5821680" cy="400939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p:txBody>
          <a:bodyPr/>
          <a:p>
            <a:r>
              <a:rPr lang="en-US"/>
              <a:t>ROI Analysis</a:t>
            </a:r>
            <a:endParaRPr lang="en-US"/>
          </a:p>
        </p:txBody>
      </p:sp>
      <p:pic>
        <p:nvPicPr>
          <p:cNvPr id="4" name="Content Placeholder 3" descr="Project and ROI"/>
          <p:cNvPicPr>
            <a:picLocks noChangeAspect="1"/>
          </p:cNvPicPr>
          <p:nvPr>
            <p:ph idx="1"/>
          </p:nvPr>
        </p:nvPicPr>
        <p:blipFill>
          <a:blip r:embed="rId1"/>
          <a:stretch>
            <a:fillRect/>
          </a:stretch>
        </p:blipFill>
        <p:spPr>
          <a:xfrm>
            <a:off x="3227070" y="2122805"/>
            <a:ext cx="5746115" cy="360299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itle 1"/>
          <p:cNvSpPr>
            <a:spLocks noGrp="1"/>
          </p:cNvSpPr>
          <p:nvPr>
            <p:ph type="title"/>
          </p:nvPr>
        </p:nvSpPr>
        <p:spPr>
          <a:xfrm>
            <a:off x="838200" y="127635"/>
            <a:ext cx="10515600" cy="680720"/>
          </a:xfrm>
        </p:spPr>
        <p:txBody>
          <a:bodyPr>
            <a:normAutofit fontScale="90000"/>
          </a:bodyPr>
          <a:p>
            <a:r>
              <a:rPr lang="en-US"/>
              <a:t>Recommendation</a:t>
            </a:r>
            <a:endParaRPr lang="en-US"/>
          </a:p>
        </p:txBody>
      </p:sp>
      <p:sp>
        <p:nvSpPr>
          <p:cNvPr id="3" name="Content Placeholder 2"/>
          <p:cNvSpPr>
            <a:spLocks noGrp="1"/>
          </p:cNvSpPr>
          <p:nvPr>
            <p:ph idx="1"/>
          </p:nvPr>
        </p:nvSpPr>
        <p:spPr>
          <a:xfrm>
            <a:off x="939800" y="1053465"/>
            <a:ext cx="10515600" cy="5700395"/>
          </a:xfrm>
        </p:spPr>
        <p:txBody>
          <a:bodyPr>
            <a:noAutofit/>
          </a:bodyPr>
          <a:p>
            <a:pPr marL="0" indent="0">
              <a:buNone/>
            </a:pPr>
            <a:r>
              <a:rPr lang="en-US" sz="1200"/>
              <a:t>1. Strenghten Follow-up across Leads Stages</a:t>
            </a:r>
            <a:endParaRPr lang="en-US" sz="1200"/>
          </a:p>
          <a:p>
            <a:pPr marL="0" indent="0">
              <a:buNone/>
            </a:pPr>
            <a:r>
              <a:rPr lang="en-US" sz="1200"/>
              <a:t>Large percentage of leads remains classifed as warm, hot, interested or Follow-up needed. Recommend structured follow-up workflow;</a:t>
            </a:r>
            <a:endParaRPr lang="en-US" sz="1200"/>
          </a:p>
          <a:p>
            <a:pPr marL="0" indent="0">
              <a:buNone/>
            </a:pPr>
            <a:r>
              <a:rPr lang="en-US" altLang="en-US" sz="1200"/>
              <a:t>-Weekly sales pipeline review</a:t>
            </a:r>
            <a:endParaRPr lang="en-US" altLang="en-US" sz="1200"/>
          </a:p>
          <a:p>
            <a:pPr marL="0" indent="0">
              <a:buNone/>
            </a:pPr>
            <a:r>
              <a:rPr lang="en-US" altLang="en-US" sz="1200"/>
              <a:t>-Dedicated lead ownership per sales staff.</a:t>
            </a:r>
            <a:endParaRPr lang="en-US" altLang="en-US" sz="1200"/>
          </a:p>
          <a:p>
            <a:pPr marL="0" indent="0">
              <a:buNone/>
            </a:pPr>
            <a:r>
              <a:rPr lang="en-US" altLang="en-US" sz="1200"/>
              <a:t>2.Reallocate Marketing Budget Towards High-Performing Channels;</a:t>
            </a:r>
            <a:endParaRPr lang="en-US" altLang="en-US" sz="1200"/>
          </a:p>
          <a:p>
            <a:pPr marL="0" indent="0">
              <a:buNone/>
            </a:pPr>
            <a:r>
              <a:rPr lang="en-US" altLang="en-US" sz="1200"/>
              <a:t>Digital sources and referrals produced the highest quality leads.</a:t>
            </a:r>
            <a:endParaRPr lang="en-US" altLang="en-US" sz="1200"/>
          </a:p>
          <a:p>
            <a:pPr marL="0" indent="0">
              <a:buNone/>
            </a:pPr>
            <a:r>
              <a:rPr lang="en-US" altLang="en-US" sz="1200"/>
              <a:t>Reinvest more budget into these performing channels.</a:t>
            </a:r>
            <a:endParaRPr lang="en-US" altLang="en-US" sz="1200"/>
          </a:p>
          <a:p>
            <a:pPr marL="0" indent="0">
              <a:buNone/>
            </a:pPr>
            <a:r>
              <a:rPr lang="en-US" altLang="en-US" sz="1200"/>
              <a:t>Maintain monthly ROI monitoring for each project.</a:t>
            </a:r>
            <a:endParaRPr lang="en-US" altLang="en-US" sz="1200"/>
          </a:p>
          <a:p>
            <a:pPr marL="0" indent="0">
              <a:buNone/>
            </a:pPr>
            <a:r>
              <a:rPr lang="en-US" altLang="en-US" sz="1200"/>
              <a:t>3. Improve sales processes </a:t>
            </a:r>
            <a:endParaRPr lang="en-US" altLang="en-US" sz="1200"/>
          </a:p>
          <a:p>
            <a:pPr marL="0" indent="0">
              <a:buNone/>
            </a:pPr>
            <a:r>
              <a:rPr lang="en-US" altLang="en-US" sz="1200"/>
              <a:t> - Astoria produce the best conversion rate. Increase marketing slightly while maintaining current lead nurturing techniques.</a:t>
            </a:r>
            <a:endParaRPr lang="en-US" altLang="en-US" sz="1200"/>
          </a:p>
          <a:p>
            <a:pPr marL="0" indent="0">
              <a:buNone/>
            </a:pPr>
            <a:r>
              <a:rPr lang="en-US" altLang="en-US" sz="1200"/>
              <a:t>- Pacific Lagos shows strong inquiries but weak conversion and also strong marketing ROI(due to the value of the project). Recommend project messages and improve inspection experience.</a:t>
            </a:r>
            <a:endParaRPr lang="en-US" altLang="en-US" sz="1200"/>
          </a:p>
          <a:p>
            <a:pPr marL="0" indent="0">
              <a:buNone/>
            </a:pPr>
            <a:r>
              <a:rPr lang="en-US" altLang="en-US" sz="1200"/>
              <a:t>- Bellagio also shows strong inquiries but weak conversion. Recommend strengthen project messaging and value preposition, review princing communication.</a:t>
            </a:r>
            <a:endParaRPr lang="en-US" altLang="en-US" sz="1200"/>
          </a:p>
          <a:p>
            <a:pPr marL="0" indent="0">
              <a:buNone/>
            </a:pPr>
            <a:r>
              <a:rPr lang="en-US" altLang="en-US" sz="1200"/>
              <a:t>4. Optimize Client Targeting</a:t>
            </a:r>
            <a:endParaRPr lang="en-US" altLang="en-US" sz="1200"/>
          </a:p>
          <a:p>
            <a:pPr marL="0" indent="0">
              <a:buNone/>
            </a:pPr>
            <a:r>
              <a:rPr lang="en-US" altLang="en-US" sz="1200"/>
              <a:t>Budget analysis shows different buyer profiles for each property.</a:t>
            </a:r>
            <a:endParaRPr lang="en-US" altLang="en-US" sz="1200"/>
          </a:p>
          <a:p>
            <a:pPr marL="0" indent="0">
              <a:buNone/>
            </a:pPr>
            <a:r>
              <a:rPr lang="en-US" altLang="en-US" sz="1200"/>
              <a:t>Tailor campaigns: </a:t>
            </a:r>
            <a:endParaRPr lang="en-US" altLang="en-US" sz="1200"/>
          </a:p>
          <a:p>
            <a:pPr marL="0" indent="0">
              <a:buNone/>
            </a:pPr>
            <a:r>
              <a:rPr lang="en-US" altLang="en-US" sz="1200"/>
              <a:t>Pacific  -  High-end shortlet investors,  </a:t>
            </a:r>
            <a:endParaRPr lang="en-US" altLang="en-US" sz="1200"/>
          </a:p>
          <a:p>
            <a:pPr marL="0" indent="0">
              <a:buNone/>
            </a:pPr>
            <a:r>
              <a:rPr lang="en-US" altLang="en-US" sz="1200"/>
              <a:t>Bellagio  - Mid-income and high-end users,</a:t>
            </a:r>
            <a:endParaRPr lang="en-US" altLang="en-US" sz="1200"/>
          </a:p>
          <a:p>
            <a:pPr marL="0" indent="0">
              <a:buNone/>
            </a:pPr>
            <a:r>
              <a:rPr lang="en-US" altLang="en-US" sz="1200"/>
              <a:t> Astoria - Investors and young professionals</a:t>
            </a:r>
            <a:endParaRPr lang="en-US" altLang="en-US" sz="1200"/>
          </a:p>
          <a:p>
            <a:pPr marL="0" indent="0">
              <a:buNone/>
            </a:pPr>
            <a:endParaRPr lang="en-US" altLang="en-US" sz="120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Content Placeholder 2"/>
          <p:cNvSpPr>
            <a:spLocks noGrp="1"/>
          </p:cNvSpPr>
          <p:nvPr>
            <p:ph idx="1"/>
          </p:nvPr>
        </p:nvSpPr>
        <p:spPr/>
        <p:txBody>
          <a:bodyPr/>
          <a:p>
            <a:pPr marL="0" indent="0" algn="ctr">
              <a:buNone/>
            </a:pPr>
            <a:endParaRPr lang="en-US"/>
          </a:p>
          <a:p>
            <a:pPr marL="0" indent="0" algn="ctr">
              <a:buNone/>
            </a:pPr>
            <a:endParaRPr lang="en-US"/>
          </a:p>
          <a:p>
            <a:pPr marL="0" indent="0" algn="ctr">
              <a:buNone/>
            </a:pPr>
            <a:endParaRPr lang="en-US"/>
          </a:p>
          <a:p>
            <a:pPr marL="0" indent="0" algn="ctr">
              <a:buNone/>
            </a:pPr>
            <a:r>
              <a:rPr lang="en-US" sz="4000" b="1"/>
              <a:t>Thank You</a:t>
            </a:r>
            <a:endParaRPr lang="en-US" sz="1200"/>
          </a:p>
        </p:txBody>
      </p:sp>
    </p:spTree>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i*1"/>
  <p:tag name="KSO_WM_UNIT_LAYERLEVEL" val="1"/>
  <p:tag name="KSO_WM_TAG_VERSION" val="3.0"/>
  <p:tag name="KSO_WM_BEAUTIFY_FLAG" val="#wm#"/>
  <p:tag name="KSO_WM_UNIT_TYPE" val="i"/>
  <p:tag name="KSO_WM_UNIT_INDEX" val="1"/>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b*1"/>
  <p:tag name="KSO_WM_UNIT_LAYERLEVEL" val="1"/>
  <p:tag name="KSO_WM_TAG_VERSION" val="3.0"/>
  <p:tag name="KSO_WM_BEAUTIFY_FLAG" val="#wm#"/>
  <p:tag name="KSO_WM_UNIT_ISCONTENTSTITLE" val="0"/>
  <p:tag name="KSO_WM_UNIT_ISNUMDGMTITLE" val="0"/>
  <p:tag name="KSO_WM_UNIT_PRESET_TEXT" val="单击此处编辑母版副标题样式"/>
  <p:tag name="KSO_WM_UNIT_NOCLEAR" val="0"/>
  <p:tag name="KSO_WM_UNIT_VALUE" val="80"/>
  <p:tag name="KSO_WM_UNIT_TYPE" val="b"/>
  <p:tag name="KSO_WM_UNIT_INDEX" val="1"/>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f*4"/>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4"/>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30"/>
  <p:tag name="KSO_WM_UNIT_TYPE" val="f"/>
  <p:tag name="KSO_WM_UNIT_INDEX" val="1"/>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3.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i*1"/>
  <p:tag name="KSO_WM_UNIT_LAYERLEVEL" val="1"/>
  <p:tag name="KSO_WM_TAG_VERSION" val="3.0"/>
  <p:tag name="KSO_WM_BEAUTIFY_FLAG" val="#wm#"/>
  <p:tag name="KSO_WM_UNIT_TYPE" val="i"/>
  <p:tag name="KSO_WM_UNIT_INDEX" val="1"/>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a*1"/>
  <p:tag name="KSO_WM_UNIT_LAYERLEVEL" val="1"/>
  <p:tag name="KSO_WM_TAG_VERSION" val="3.0"/>
  <p:tag name="KSO_WM_BEAUTIFY_FLAG" val="#wm#"/>
  <p:tag name="KSO_WM_UNIT_ISCONTENTSTITLE" val="1"/>
  <p:tag name="KSO_WM_UNIT_ISNUMDGMTITLE" val="0"/>
  <p:tag name="KSO_WM_UNIT_PRESET_TEXT" val="标题"/>
  <p:tag name="KSO_WM_UNIT_NOCLEAR" val="0"/>
  <p:tag name="KSO_WM_UNIT_VALUE" val="3"/>
  <p:tag name="KSO_WM_UNIT_TYPE" val="a"/>
  <p:tag name="KSO_WM_UNIT_INDEX" val="1"/>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i*1"/>
  <p:tag name="KSO_WM_UNIT_LAYERLEVEL" val="1"/>
  <p:tag name="KSO_WM_TAG_VERSION" val="3.0"/>
  <p:tag name="KSO_WM_BEAUTIFY_FLAG" val="#wm#"/>
  <p:tag name="KSO_WM_UNIT_TYPE" val="i"/>
  <p:tag name="KSO_WM_UNIT_INDEX" val="1"/>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14"/>
  <p:tag name="KSO_WM_UNIT_TYPE" val="a"/>
  <p:tag name="KSO_WM_UNIT_INDEX" val="1"/>
</p:tagLst>
</file>

<file path=ppt/tags/tag14.xml><?xml version="1.0" encoding="utf-8"?>
<p:tagLst xmlns:p="http://schemas.openxmlformats.org/presentationml/2006/main">
  <p:tag name="KSO_WM_UNIT_HIGHLIGHT" val="0"/>
  <p:tag name="KSO_WM_UNIT_COMPATIBLE" val="1"/>
  <p:tag name="KSO_WM_UNIT_DIAGRAM_ISNUMVISUAL" val="0"/>
  <p:tag name="KSO_WM_UNIT_DIAGRAM_ISREFERUNIT" val="0"/>
  <p:tag name="KSO_WM_UNIT_ID" val="_4*e*1"/>
  <p:tag name="KSO_WM_UNIT_LAYERLEVEL" val="1"/>
  <p:tag name="KSO_WM_TAG_VERSION" val="3.0"/>
  <p:tag name="KSO_WM_BEAUTIFY_FLAG" val="#wm#"/>
  <p:tag name="KSO_WM_UNIT_PRESET_TEXT" val="节编号"/>
  <p:tag name="KSO_WM_UNIT_NOCLEAR" val="0"/>
  <p:tag name="KSO_WM_UNIT_VALUE" val="13"/>
  <p:tag name="KSO_WM_UNIT_TYPE" val="e"/>
  <p:tag name="KSO_WM_UNIT_INDEX" val="1"/>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1"/>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f*2"/>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TYPE" val="f"/>
  <p:tag name="KSO_WM_UNIT_INDEX" val="2"/>
  <p:tag name="KSO_WM_UNIT_VALUE" val="476"/>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3.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a*1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1_1"/>
  <p:tag name="KSO_WM_UNIT_ISCONTENTSTITLE" val="0"/>
  <p:tag name="KSO_WM_UNIT_ISNUMDGMTITLE" val="0"/>
  <p:tag name="KSO_WM_UNIT_VALUE" val="19"/>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f*1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1_1"/>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a*2_1"/>
  <p:tag name="KSO_WM_UNIT_LAYERLEVEL" val="1_1"/>
  <p:tag name="KSO_WM_TAG_VERSION" val="3.0"/>
  <p:tag name="KSO_WM_BEAUTIFY_FLAG" val="#wm#"/>
  <p:tag name="KSO_WM_UNIT_PRESET_TEXT" val="单击此处编辑母版文本样式"/>
  <p:tag name="KSO_WM_UNIT_NOCLEAR" val="0"/>
  <p:tag name="KSO_WM_UNIT_TYPE" val="h_a"/>
  <p:tag name="KSO_WM_UNIT_INDEX" val="2_1"/>
  <p:tag name="KSO_WM_UNIT_ISCONTENTSTITLE" val="0"/>
  <p:tag name="KSO_WM_UNIT_ISNUMDGMTITLE" val="0"/>
  <p:tag name="KSO_WM_UNIT_VALUE" val="19"/>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h_f*2_1"/>
  <p:tag name="KSO_WM_UNIT_LAYERLEVEL" val="1_1"/>
  <p:tag name="KSO_WM_TAG_VERSION" val="3.0"/>
  <p:tag name="KSO_WM_BEAUTIFY_FLAG" val="#wm#"/>
  <p:tag name="KSO_WM_UNIT_SUBTYPE" val="a"/>
  <p:tag name="KSO_WM_UNIT_PRESET_TEXT" val="单击此处编辑母版文本样式&#10;二级&#10;三级&#10;四级&#10;五级"/>
  <p:tag name="KSO_WM_UNIT_NOCLEAR" val="0"/>
  <p:tag name="KSO_WM_UNIT_VALUE" val="128"/>
  <p:tag name="KSO_WM_UNIT_TYPE" val="h_f"/>
  <p:tag name="KSO_WM_UNIT_INDEX" val="2_1"/>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3.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3.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3.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f*1"/>
  <p:tag name="KSO_WM_UNIT_LAYERLEVEL" val="1"/>
  <p:tag name="KSO_WM_TAG_VERSION" val="3.0"/>
  <p:tag name="KSO_WM_BEAUTIFY_FLAG" val="#wm#"/>
  <p:tag name="KSO_WM_UNIT_SUBTYPE" val="a"/>
  <p:tag name="KSO_WM_UNIT_PRESET_TEXT" val="单击此处编辑母版文本样式&#10;二级&#10;三级&#10;四级&#10;五级"/>
  <p:tag name="KSO_WM_UNIT_NOCLEAR" val="0"/>
  <p:tag name="KSO_WM_UNIT_VALUE" val="396"/>
  <p:tag name="KSO_WM_UNIT_TYPE" val="f"/>
  <p:tag name="KSO_WM_UNIT_INDEX" val="1"/>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3.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20"/>
  <p:tag name="KSO_WM_UNIT_TYPE" val="a"/>
  <p:tag name="KSO_WM_UNIT_INDEX" val="1"/>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b*1"/>
  <p:tag name="KSO_WM_UNIT_LAYERLEVEL" val="1"/>
  <p:tag name="KSO_WM_TAG_VERSION" val="3.0"/>
  <p:tag name="KSO_WM_BEAUTIFY_FLAG" val="#wm#"/>
  <p:tag name="KSO_WM_UNIT_ISCONTENTSTITLE" val="0"/>
  <p:tag name="KSO_WM_UNIT_ISNUMDGMTITLE" val="0"/>
  <p:tag name="KSO_WM_UNIT_PRESET_TEXT" val="单击此处编辑母版副标题样式"/>
  <p:tag name="KSO_WM_UNIT_NOCLEAR" val="0"/>
  <p:tag name="KSO_WM_UNIT_VALUE" val="40"/>
  <p:tag name="KSO_WM_UNIT_TYPE" val="b"/>
  <p:tag name="KSO_WM_UNIT_INDEX" val="1"/>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3.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i*1"/>
  <p:tag name="KSO_WM_UNIT_LAYERLEVEL" val="1"/>
  <p:tag name="KSO_WM_TAG_VERSION" val="3.0"/>
  <p:tag name="KSO_WM_BEAUTIFY_FLAG" val="#wm#"/>
  <p:tag name="KSO_WM_UNIT_TYPE" val="i"/>
  <p:tag name="KSO_WM_UNIT_INDEX" val="1"/>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a*1"/>
  <p:tag name="KSO_WM_UNIT_LAYERLEVEL" val="1"/>
  <p:tag name="KSO_WM_TAG_VERSION" val="3.0"/>
  <p:tag name="KSO_WM_BEAUTIFY_FLAG" val="#wm#"/>
  <p:tag name="KSO_WM_UNIT_ISCONTENTSTITLE" val="0"/>
  <p:tag name="KSO_WM_UNIT_ISNUMDGMTITLE" val="0"/>
  <p:tag name="KSO_WM_UNIT_PRESET_TEXT" val="单击此处编辑母版标题样式"/>
  <p:tag name="KSO_WM_UNIT_NOCLEAR" val="0"/>
  <p:tag name="KSO_WM_UNIT_VALUE" val="30"/>
  <p:tag name="KSO_WM_UNIT_TYPE" val="a"/>
  <p:tag name="KSO_WM_UNIT_INDEX" val="1"/>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f*5"/>
  <p:tag name="KSO_WM_UNIT_LAYERLEVEL" val="1"/>
  <p:tag name="KSO_WM_TAG_VERSION" val="3.0"/>
  <p:tag name="KSO_WM_BEAUTIFY_FLAG" val="#wm#"/>
  <p:tag name="KSO_WM_UNIT_SUBTYPE" val="b"/>
  <p:tag name="KSO_WM_UNIT_PRESET_TEXT" val="署名占位符"/>
  <p:tag name="KSO_WM_UNIT_NOCLEAR" val="0"/>
  <p:tag name="KSO_WM_UNIT_VALUE" val="8"/>
  <p:tag name="KSO_WM_UNIT_TYPE" val="f"/>
  <p:tag name="KSO_WM_UNIT_INDEX" val="5"/>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3.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1"/>
  <p:tag name="KSO_WM_UNIT_ID" val="_0*i*1"/>
  <p:tag name="KSO_WM_UNIT_LAYERLEVEL" val="1"/>
  <p:tag name="KSO_WM_TAG_VERSION" val="3.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a*1"/>
  <p:tag name="KSO_WM_UNIT_LAYERLEVEL" val="1"/>
  <p:tag name="KSO_WM_TAG_VERSION" val="1.0"/>
  <p:tag name="KSO_WM_BEAUTIFY_FLAG" val="#wm#"/>
  <p:tag name="KSO_WM_UNIT_ISCONTENTSTITLE" val="0"/>
  <p:tag name="KSO_WM_UNIT_ISNUMDGMTITLE" val="0"/>
  <p:tag name="KSO_WM_UNIT_PRESET_TEXT" val="单击此处编辑母版标题样式"/>
  <p:tag name="KSO_WM_UNIT_NOCLEAR" val="0"/>
  <p:tag name="KSO_WM_UNIT_TYPE" val="a"/>
  <p:tag name="KSO_WM_UNIT_INDEX" val="1"/>
  <p:tag name="KSO_WM_TEMPLATE_CATEGORY" val="custom"/>
  <p:tag name="KSO_WM_TEMPLATE_INDEX" val="20238007"/>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f*1"/>
  <p:tag name="KSO_WM_UNIT_LAYERLEVEL" val="1"/>
  <p:tag name="KSO_WM_TAG_VERSION" val="1.0"/>
  <p:tag name="KSO_WM_BEAUTIFY_FLAG" val="#wm#"/>
  <p:tag name="KSO_WM_UNIT_SUBTYPE" val="a"/>
  <p:tag name="KSO_WM_UNIT_PRESET_TEXT" val="单击此处编辑母版文本样式&#10;二级&#10;三级&#10;四级&#10;五级"/>
  <p:tag name="KSO_WM_UNIT_NOCLEAR" val="0"/>
  <p:tag name="KSO_WM_UNIT_TYPE" val="f"/>
  <p:tag name="KSO_WM_UNIT_INDEX" val="1"/>
  <p:tag name="KSO_WM_TEMPLATE_CATEGORY" val="custom"/>
  <p:tag name="KSO_WM_TEMPLATE_INDEX" val="20238007"/>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3.0"/>
  <p:tag name="KSO_WM_BEAUTIFY_FLAG" val="#wm#"/>
</p:tagLst>
</file>

<file path=ppt/tags/tag57.xml><?xml version="1.0" encoding="utf-8"?>
<p:tagLst xmlns:p="http://schemas.openxmlformats.org/presentationml/2006/main">
  <p:tag name="KSO_WM_TEMPLATE_SUBCATEGORY" val="29"/>
  <p:tag name="KSO_WM_TEMPLATE_MASTER_TYPE" val="0"/>
  <p:tag name="KSO_WM_TEMPLATE_COLOR_TYPE" val="0"/>
  <p:tag name="KSO_WM_TAG_VERSION" val="3.0"/>
  <p:tag name="KSO_WM_BEAUTIFY_FLAG" val="#wm#"/>
  <p:tag name="KSO_WM_TEMPLATE_CATEGORY" val="custom"/>
  <p:tag name="KSO_WM_TEMPLATE_INDEX" val="20238007"/>
  <p:tag name="KSO_WM_TEMPLATE_THUMBS_INDEX" val="1、9"/>
  <p:tag name="KSO_WM_SPECIAL_SOURCE" val="bdnull"/>
</p:tagLst>
</file>

<file path=ppt/tags/tag58.xml><?xml version="1.0" encoding="utf-8"?>
<p:tagLst xmlns:p="http://schemas.openxmlformats.org/presentationml/2006/main">
  <p:tag name="KSO_WM_UNIT_ISCONTENTSTITLE" val="0"/>
  <p:tag name="KSO_WM_UNIT_ISNUMDGMTITLE" val="0"/>
  <p:tag name="KSO_WM_UNIT_NOCLEAR" val="0"/>
  <p:tag name="KSO_WM_UNIT_VALUE" val="30"/>
  <p:tag name="KSO_WM_UNIT_HIGHLIGHT" val="0"/>
  <p:tag name="KSO_WM_UNIT_COMPATIBLE" val="0"/>
  <p:tag name="KSO_WM_UNIT_DIAGRAM_ISNUMVISUAL" val="0"/>
  <p:tag name="KSO_WM_UNIT_DIAGRAM_ISREFERUNIT" val="0"/>
  <p:tag name="KSO_WM_UNIT_TYPE" val="a"/>
  <p:tag name="KSO_WM_UNIT_INDEX" val="1"/>
  <p:tag name="KSO_WM_UNIT_ID" val="custom20238007_1*a*1"/>
  <p:tag name="KSO_WM_TEMPLATE_CATEGORY" val="custom"/>
  <p:tag name="KSO_WM_TEMPLATE_INDEX" val="20238007"/>
  <p:tag name="KSO_WM_UNIT_LAYERLEVEL" val="1"/>
  <p:tag name="KSO_WM_TAG_VERSION" val="3.0"/>
  <p:tag name="KSO_WM_BEAUTIFY_FLAG" val="#wm#"/>
  <p:tag name="KSO_WM_UNIT_PRESET_TEXT" val="Your title here"/>
</p:tagLst>
</file>

<file path=ppt/tags/tag59.xml><?xml version="1.0" encoding="utf-8"?>
<p:tagLst xmlns:p="http://schemas.openxmlformats.org/presentationml/2006/main">
  <p:tag name="KSO_WM_UNIT_ISCONTENTSTITLE" val="0"/>
  <p:tag name="KSO_WM_UNIT_ISNUMDGMTITLE" val="0"/>
  <p:tag name="KSO_WM_UNIT_NOCLEAR" val="0"/>
  <p:tag name="KSO_WM_UNIT_VALUE" val="80"/>
  <p:tag name="KSO_WM_UNIT_HIGHLIGHT" val="0"/>
  <p:tag name="KSO_WM_UNIT_COMPATIBLE" val="0"/>
  <p:tag name="KSO_WM_UNIT_DIAGRAM_ISNUMVISUAL" val="0"/>
  <p:tag name="KSO_WM_UNIT_DIAGRAM_ISREFERUNIT" val="0"/>
  <p:tag name="KSO_WM_UNIT_TYPE" val="b"/>
  <p:tag name="KSO_WM_UNIT_INDEX" val="1"/>
  <p:tag name="KSO_WM_UNIT_ID" val="custom20238007_1*b*1"/>
  <p:tag name="KSO_WM_TEMPLATE_CATEGORY" val="custom"/>
  <p:tag name="KSO_WM_TEMPLATE_INDEX" val="20238007"/>
  <p:tag name="KSO_WM_UNIT_LAYERLEVEL" val="1"/>
  <p:tag name="KSO_WM_TAG_VERSION" val="3.0"/>
  <p:tag name="KSO_WM_BEAUTIFY_FLAG" val="#wm#"/>
  <p:tag name="KSO_WM_UNIT_PRESET_TEXT" val="Add description"/>
</p:tagLst>
</file>

<file path=ppt/tags/tag60.xml><?xml version="1.0" encoding="utf-8"?>
<p:tagLst xmlns:p="http://schemas.openxmlformats.org/presentationml/2006/main">
  <p:tag name="KSO_WM_UNIT_SUBTYPE" val="b"/>
  <p:tag name="KSO_WM_UNIT_NOCLEAR" val="0"/>
  <p:tag name="KSO_WM_UNIT_VALUE" val="8"/>
  <p:tag name="KSO_WM_UNIT_HIGHLIGHT" val="0"/>
  <p:tag name="KSO_WM_UNIT_COMPATIBLE" val="0"/>
  <p:tag name="KSO_WM_UNIT_DIAGRAM_ISNUMVISUAL" val="0"/>
  <p:tag name="KSO_WM_UNIT_DIAGRAM_ISREFERUNIT" val="0"/>
  <p:tag name="KSO_WM_UNIT_TYPE" val="f"/>
  <p:tag name="KSO_WM_UNIT_INDEX" val="4"/>
  <p:tag name="KSO_WM_UNIT_ID" val="custom20238007_1*f*4"/>
  <p:tag name="KSO_WM_TEMPLATE_CATEGORY" val="custom"/>
  <p:tag name="KSO_WM_TEMPLATE_INDEX" val="20238007"/>
  <p:tag name="KSO_WM_UNIT_LAYERLEVEL" val="1"/>
  <p:tag name="KSO_WM_TAG_VERSION" val="3.0"/>
  <p:tag name="KSO_WM_BEAUTIFY_FLAG" val="#wm#"/>
  <p:tag name="KSO_WM_UNIT_PRESET_TEXT" val="Name"/>
</p:tagLst>
</file>

<file path=ppt/tags/tag61.xml><?xml version="1.0" encoding="utf-8"?>
<p:tagLst xmlns:p="http://schemas.openxmlformats.org/presentationml/2006/main">
  <p:tag name="KSO_WM_SLIDE_ID" val="custom20238007_1"/>
  <p:tag name="KSO_WM_TEMPLATE_SUBCATEGORY" val="29"/>
  <p:tag name="KSO_WM_TEMPLATE_MASTER_TYPE" val="0"/>
  <p:tag name="KSO_WM_TEMPLATE_COLOR_TYPE" val="0"/>
  <p:tag name="KSO_WM_SLIDE_ITEM_CNT" val="0"/>
  <p:tag name="KSO_WM_SLIDE_INDEX" val="1"/>
  <p:tag name="KSO_WM_TAG_VERSION" val="3.0"/>
  <p:tag name="KSO_WM_BEAUTIFY_FLAG" val="#wm#"/>
  <p:tag name="KSO_WM_TEMPLATE_CATEGORY" val="custom"/>
  <p:tag name="KSO_WM_TEMPLATE_INDEX" val="20238007"/>
  <p:tag name="KSO_WM_SLIDE_LAYOUT" val="a_b_f"/>
  <p:tag name="KSO_WM_SLIDE_LAYOUT_CNT" val="1_1_1"/>
  <p:tag name="KSO_WM_SLIDE_TYPE" val="title"/>
  <p:tag name="KSO_WM_SLIDE_SUBTYPE" val="pureTxt"/>
  <p:tag name="KSO_WM_TEMPLATE_THUMBS_INDEX" val="1、9"/>
  <p:tag name="KSO_WM_SPECIAL_SOURCE" val="bdnull"/>
</p:tagLst>
</file>

<file path=ppt/theme/theme1.xml><?xml version="1.0" encoding="utf-8"?>
<a:theme xmlns:a="http://schemas.openxmlformats.org/drawingml/2006/main" name="Blue Waves">
  <a:themeElements>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fontScheme name="Blue Waves">
      <a:majorFont>
        <a:latin typeface="Arial"/>
        <a:ea typeface="SimSun"/>
        <a:cs typeface=""/>
      </a:majorFont>
      <a:minorFont>
        <a:latin typeface="Arial"/>
        <a:ea typeface="SimSun"/>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spDef>
    <a:lnDef>
      <a:spPr bwMode="auto">
        <a:xfrm>
          <a:off x="0" y="0"/>
          <a:ext cx="1" cy="1"/>
        </a:xfrm>
        <a:custGeom>
          <a:avLst/>
          <a:gdLst/>
          <a:ahLst/>
          <a:cxnLst/>
          <a:rect l="0" t="0" r="0" b="0"/>
          <a:pathLst/>
        </a:custGeom>
        <a:gradFill rotWithShape="0">
          <a:gsLst>
            <a:gs pos="0">
              <a:schemeClr val="accent1"/>
            </a:gs>
            <a:gs pos="100000">
              <a:schemeClr val="accent2"/>
            </a:gs>
          </a:gsLst>
          <a:lin ang="5400000" scaled="1"/>
        </a:gradFill>
        <a:ln w="9525" cap="flat" cmpd="sng" algn="ctr">
          <a:solidFill>
            <a:schemeClr val="accent1"/>
          </a:solidFill>
          <a:prstDash val="solid"/>
          <a:round/>
          <a:headEnd type="none" w="med" len="med"/>
          <a:tailEnd type="none" w="med" len="med"/>
        </a:ln>
      </a:spPr>
      <a:bodyPr vert="horz" wrap="none" lIns="91440" tIns="45720" rIns="91440" bIns="45720" numCol="1" anchor="ctr" anchorCtr="0" compatLnSpc="1"/>
      <a:lstStyle>
        <a:defPPr marL="0" marR="0" indent="0" algn="l" defTabSz="914400" rtl="0" eaLnBrk="1" fontAlgn="base" latinLnBrk="0" hangingPunct="1">
          <a:lnSpc>
            <a:spcPct val="100000"/>
          </a:lnSpc>
          <a:spcBef>
            <a:spcPct val="0"/>
          </a:spcBef>
          <a:spcAft>
            <a:spcPct val="0"/>
          </a:spcAft>
          <a:buClrTx/>
          <a:buSzTx/>
          <a:buFontTx/>
          <a:buNone/>
          <a:defRPr kumimoji="0" lang="zh-CN" altLang="en-US" sz="1800" b="0" i="0" u="none" strike="noStrike" cap="none" normalizeH="0" baseline="0" smtClean="0">
            <a:ln>
              <a:noFill/>
            </a:ln>
            <a:solidFill>
              <a:schemeClr val="tx1"/>
            </a:solidFill>
            <a:effectLst/>
            <a:latin typeface="Arial" panose="020B0604020202020204" pitchFamily="34" charset="0"/>
            <a:ea typeface="SimSun" panose="02010600030101010101" pitchFamily="2" charset="-122"/>
          </a:defRPr>
        </a:defPPr>
      </a:lstStyle>
    </a:lnDef>
  </a:objectDefaults>
  <a:extraClrSchemeLst>
    <a:extraClrScheme>
      <a:clrScheme name="Blue Waves 1">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clrMap bg1="lt1" tx1="dk1" bg2="lt2" tx2="dk2" accent1="accent1" accent2="accent2" accent3="accent3" accent4="accent4" accent5="accent5" accent6="accent6" hlink="hlink" folHlink="folHlink"/>
    </a:extraClrScheme>
    <a:extraClrScheme>
      <a:clrScheme name="Blue Waves 2">
        <a:dk1>
          <a:srgbClr val="000000"/>
        </a:dk1>
        <a:lt1>
          <a:srgbClr val="FFFFFF"/>
        </a:lt1>
        <a:dk2>
          <a:srgbClr val="000000"/>
        </a:dk2>
        <a:lt2>
          <a:srgbClr val="969696"/>
        </a:lt2>
        <a:accent1>
          <a:srgbClr val="FBDF53"/>
        </a:accent1>
        <a:accent2>
          <a:srgbClr val="FF9966"/>
        </a:accent2>
        <a:accent3>
          <a:srgbClr val="FFFFFF"/>
        </a:accent3>
        <a:accent4>
          <a:srgbClr val="000000"/>
        </a:accent4>
        <a:accent5>
          <a:srgbClr val="FDECB3"/>
        </a:accent5>
        <a:accent6>
          <a:srgbClr val="E78A5C"/>
        </a:accent6>
        <a:hlink>
          <a:srgbClr val="CC3300"/>
        </a:hlink>
        <a:folHlink>
          <a:srgbClr val="996600"/>
        </a:folHlink>
      </a:clrScheme>
      <a:clrMap bg1="lt1" tx1="dk1" bg2="lt2" tx2="dk2" accent1="accent1" accent2="accent2" accent3="accent3" accent4="accent4" accent5="accent5" accent6="accent6" hlink="hlink" folHlink="folHlink"/>
    </a:extraClrScheme>
    <a:extraClrScheme>
      <a:clrScheme name="Blue Waves 3">
        <a:dk1>
          <a:srgbClr val="000000"/>
        </a:dk1>
        <a:lt1>
          <a:srgbClr val="FFFFFF"/>
        </a:lt1>
        <a:dk2>
          <a:srgbClr val="000000"/>
        </a:dk2>
        <a:lt2>
          <a:srgbClr val="808080"/>
        </a:lt2>
        <a:accent1>
          <a:srgbClr val="99CCFF"/>
        </a:accent1>
        <a:accent2>
          <a:srgbClr val="CCCCFF"/>
        </a:accent2>
        <a:accent3>
          <a:srgbClr val="FFFFFF"/>
        </a:accent3>
        <a:accent4>
          <a:srgbClr val="000000"/>
        </a:accent4>
        <a:accent5>
          <a:srgbClr val="CAE2FF"/>
        </a:accent5>
        <a:accent6>
          <a:srgbClr val="B9B9E7"/>
        </a:accent6>
        <a:hlink>
          <a:srgbClr val="3333CC"/>
        </a:hlink>
        <a:folHlink>
          <a:srgbClr val="AF67FF"/>
        </a:folHlink>
      </a:clrScheme>
      <a:clrMap bg1="lt1" tx1="dk1" bg2="lt2" tx2="dk2" accent1="accent1" accent2="accent2" accent3="accent3" accent4="accent4" accent5="accent5" accent6="accent6" hlink="hlink" folHlink="folHlink"/>
    </a:extraClrScheme>
    <a:extraClrScheme>
      <a:clrScheme name="Blue Waves 4">
        <a:dk1>
          <a:srgbClr val="000000"/>
        </a:dk1>
        <a:lt1>
          <a:srgbClr val="DEF6F1"/>
        </a:lt1>
        <a:dk2>
          <a:srgbClr val="000000"/>
        </a:dk2>
        <a:lt2>
          <a:srgbClr val="969696"/>
        </a:lt2>
        <a:accent1>
          <a:srgbClr val="FFFFFF"/>
        </a:accent1>
        <a:accent2>
          <a:srgbClr val="8DC6FF"/>
        </a:accent2>
        <a:accent3>
          <a:srgbClr val="ECFAF7"/>
        </a:accent3>
        <a:accent4>
          <a:srgbClr val="000000"/>
        </a:accent4>
        <a:accent5>
          <a:srgbClr val="FFFFFF"/>
        </a:accent5>
        <a:accent6>
          <a:srgbClr val="7FB3E7"/>
        </a:accent6>
        <a:hlink>
          <a:srgbClr val="0066CC"/>
        </a:hlink>
        <a:folHlink>
          <a:srgbClr val="00A800"/>
        </a:folHlink>
      </a:clrScheme>
      <a:clrMap bg1="lt1" tx1="dk1" bg2="lt2" tx2="dk2" accent1="accent1" accent2="accent2" accent3="accent3" accent4="accent4" accent5="accent5" accent6="accent6" hlink="hlink" folHlink="folHlink"/>
    </a:extraClrScheme>
    <a:extraClrScheme>
      <a:clrScheme name="Blue Waves 5">
        <a:dk1>
          <a:srgbClr val="000000"/>
        </a:dk1>
        <a:lt1>
          <a:srgbClr val="FFFFD9"/>
        </a:lt1>
        <a:dk2>
          <a:srgbClr val="000000"/>
        </a:dk2>
        <a:lt2>
          <a:srgbClr val="777777"/>
        </a:lt2>
        <a:accent1>
          <a:srgbClr val="FFFFF7"/>
        </a:accent1>
        <a:accent2>
          <a:srgbClr val="33CCCC"/>
        </a:accent2>
        <a:accent3>
          <a:srgbClr val="FFFFE9"/>
        </a:accent3>
        <a:accent4>
          <a:srgbClr val="000000"/>
        </a:accent4>
        <a:accent5>
          <a:srgbClr val="FFFFFA"/>
        </a:accent5>
        <a:accent6>
          <a:srgbClr val="2DB9B9"/>
        </a:accent6>
        <a:hlink>
          <a:srgbClr val="FF5050"/>
        </a:hlink>
        <a:folHlink>
          <a:srgbClr val="FF9900"/>
        </a:folHlink>
      </a:clrScheme>
      <a:clrMap bg1="lt1" tx1="dk1" bg2="lt2" tx2="dk2" accent1="accent1" accent2="accent2" accent3="accent3" accent4="accent4" accent5="accent5" accent6="accent6" hlink="hlink" folHlink="folHlink"/>
    </a:extraClrScheme>
    <a:extraClrScheme>
      <a:clrScheme name="Blue Waves 6">
        <a:dk1>
          <a:srgbClr val="005A58"/>
        </a:dk1>
        <a:lt1>
          <a:srgbClr val="FFFFFF"/>
        </a:lt1>
        <a:dk2>
          <a:srgbClr val="008080"/>
        </a:dk2>
        <a:lt2>
          <a:srgbClr val="FFFF99"/>
        </a:lt2>
        <a:accent1>
          <a:srgbClr val="006462"/>
        </a:accent1>
        <a:accent2>
          <a:srgbClr val="6D6FC7"/>
        </a:accent2>
        <a:accent3>
          <a:srgbClr val="AAC0C0"/>
        </a:accent3>
        <a:accent4>
          <a:srgbClr val="DADADA"/>
        </a:accent4>
        <a:accent5>
          <a:srgbClr val="AAB8B7"/>
        </a:accent5>
        <a:accent6>
          <a:srgbClr val="6264B4"/>
        </a:accent6>
        <a:hlink>
          <a:srgbClr val="00FFFF"/>
        </a:hlink>
        <a:folHlink>
          <a:srgbClr val="00FF00"/>
        </a:folHlink>
      </a:clrScheme>
      <a:clrMap bg1="dk2" tx1="lt1" bg2="dk1" tx2="lt2" accent1="accent1" accent2="accent2" accent3="accent3" accent4="accent4" accent5="accent5" accent6="accent6" hlink="hlink" folHlink="folHlink"/>
    </a:extraClrScheme>
    <a:extraClrScheme>
      <a:clrScheme name="Blue Waves 7">
        <a:dk1>
          <a:srgbClr val="5C1F00"/>
        </a:dk1>
        <a:lt1>
          <a:srgbClr val="FFFFFF"/>
        </a:lt1>
        <a:dk2>
          <a:srgbClr val="800000"/>
        </a:dk2>
        <a:lt2>
          <a:srgbClr val="DFD293"/>
        </a:lt2>
        <a:accent1>
          <a:srgbClr val="CC3300"/>
        </a:accent1>
        <a:accent2>
          <a:srgbClr val="BE7960"/>
        </a:accent2>
        <a:accent3>
          <a:srgbClr val="C0AAAA"/>
        </a:accent3>
        <a:accent4>
          <a:srgbClr val="DADADA"/>
        </a:accent4>
        <a:accent5>
          <a:srgbClr val="E2ADAA"/>
        </a:accent5>
        <a:accent6>
          <a:srgbClr val="AC6D56"/>
        </a:accent6>
        <a:hlink>
          <a:srgbClr val="FFFF99"/>
        </a:hlink>
        <a:folHlink>
          <a:srgbClr val="D3A219"/>
        </a:folHlink>
      </a:clrScheme>
      <a:clrMap bg1="dk2" tx1="lt1" bg2="dk1" tx2="lt2" accent1="accent1" accent2="accent2" accent3="accent3" accent4="accent4" accent5="accent5" accent6="accent6" hlink="hlink" folHlink="folHlink"/>
    </a:extraClrScheme>
    <a:extraClrScheme>
      <a:clrScheme name="Blue Waves 8">
        <a:dk1>
          <a:srgbClr val="003366"/>
        </a:dk1>
        <a:lt1>
          <a:srgbClr val="FFFFFF"/>
        </a:lt1>
        <a:dk2>
          <a:srgbClr val="000099"/>
        </a:dk2>
        <a:lt2>
          <a:srgbClr val="CCFFFF"/>
        </a:lt2>
        <a:accent1>
          <a:srgbClr val="3366CC"/>
        </a:accent1>
        <a:accent2>
          <a:srgbClr val="00B000"/>
        </a:accent2>
        <a:accent3>
          <a:srgbClr val="AAAACA"/>
        </a:accent3>
        <a:accent4>
          <a:srgbClr val="DADADA"/>
        </a:accent4>
        <a:accent5>
          <a:srgbClr val="ADB8E2"/>
        </a:accent5>
        <a:accent6>
          <a:srgbClr val="009F00"/>
        </a:accent6>
        <a:hlink>
          <a:srgbClr val="66CCFF"/>
        </a:hlink>
        <a:folHlink>
          <a:srgbClr val="FFE701"/>
        </a:folHlink>
      </a:clrScheme>
      <a:clrMap bg1="dk2" tx1="lt1" bg2="dk1" tx2="lt2" accent1="accent1" accent2="accent2" accent3="accent3" accent4="accent4" accent5="accent5" accent6="accent6" hlink="hlink" folHlink="folHlink"/>
    </a:extraClrScheme>
    <a:extraClrScheme>
      <a:clrScheme name="Blue Waves 9">
        <a:dk1>
          <a:srgbClr val="336699"/>
        </a:dk1>
        <a:lt1>
          <a:srgbClr val="FFFFFF"/>
        </a:lt1>
        <a:dk2>
          <a:srgbClr val="000000"/>
        </a:dk2>
        <a:lt2>
          <a:srgbClr val="E3EBF1"/>
        </a:lt2>
        <a:accent1>
          <a:srgbClr val="003399"/>
        </a:accent1>
        <a:accent2>
          <a:srgbClr val="468A4B"/>
        </a:accent2>
        <a:accent3>
          <a:srgbClr val="AAAAAA"/>
        </a:accent3>
        <a:accent4>
          <a:srgbClr val="DADADA"/>
        </a:accent4>
        <a:accent5>
          <a:srgbClr val="AAADCA"/>
        </a:accent5>
        <a:accent6>
          <a:srgbClr val="3F7D43"/>
        </a:accent6>
        <a:hlink>
          <a:srgbClr val="66CCFF"/>
        </a:hlink>
        <a:folHlink>
          <a:srgbClr val="F0E500"/>
        </a:folHlink>
      </a:clrScheme>
      <a:clrMap bg1="dk2" tx1="lt1" bg2="dk1" tx2="lt2" accent1="accent1" accent2="accent2" accent3="accent3" accent4="accent4" accent5="accent5" accent6="accent6" hlink="hlink" folHlink="folHlink"/>
    </a:extraClrScheme>
    <a:extraClrScheme>
      <a:clrScheme name="Blue Waves 10">
        <a:dk1>
          <a:srgbClr val="777777"/>
        </a:dk1>
        <a:lt1>
          <a:srgbClr val="FFFFFF"/>
        </a:lt1>
        <a:dk2>
          <a:srgbClr val="686B5D"/>
        </a:dk2>
        <a:lt2>
          <a:srgbClr val="D1D1CB"/>
        </a:lt2>
        <a:accent1>
          <a:srgbClr val="909082"/>
        </a:accent1>
        <a:accent2>
          <a:srgbClr val="809EA8"/>
        </a:accent2>
        <a:accent3>
          <a:srgbClr val="B9BAB6"/>
        </a:accent3>
        <a:accent4>
          <a:srgbClr val="DADADA"/>
        </a:accent4>
        <a:accent5>
          <a:srgbClr val="C6C6C1"/>
        </a:accent5>
        <a:accent6>
          <a:srgbClr val="738F98"/>
        </a:accent6>
        <a:hlink>
          <a:srgbClr val="FFCC66"/>
        </a:hlink>
        <a:folHlink>
          <a:srgbClr val="E9DCB9"/>
        </a:folHlink>
      </a:clrScheme>
      <a:clrMap bg1="dk2" tx1="lt1" bg2="dk1" tx2="lt2" accent1="accent1" accent2="accent2" accent3="accent3" accent4="accent4" accent5="accent5" accent6="accent6" hlink="hlink" folHlink="folHlink"/>
    </a:extraClrScheme>
    <a:extraClrScheme>
      <a:clrScheme name="Blue Waves 11">
        <a:dk1>
          <a:srgbClr val="3E3E5C"/>
        </a:dk1>
        <a:lt1>
          <a:srgbClr val="FFFFFF"/>
        </a:lt1>
        <a:dk2>
          <a:srgbClr val="666699"/>
        </a:dk2>
        <a:lt2>
          <a:srgbClr val="FFFFFF"/>
        </a:lt2>
        <a:accent1>
          <a:srgbClr val="60597B"/>
        </a:accent1>
        <a:accent2>
          <a:srgbClr val="6666FF"/>
        </a:accent2>
        <a:accent3>
          <a:srgbClr val="B8B8CA"/>
        </a:accent3>
        <a:accent4>
          <a:srgbClr val="DADADA"/>
        </a:accent4>
        <a:accent5>
          <a:srgbClr val="B6B5BF"/>
        </a:accent5>
        <a:accent6>
          <a:srgbClr val="5C5CE7"/>
        </a:accent6>
        <a:hlink>
          <a:srgbClr val="99CCFF"/>
        </a:hlink>
        <a:folHlink>
          <a:srgbClr val="FFFF99"/>
        </a:folHlink>
      </a:clrScheme>
      <a:clrMap bg1="dk2" tx1="lt1" bg2="dk1" tx2="lt2" accent1="accent1" accent2="accent2" accent3="accent3" accent4="accent4" accent5="accent5" accent6="accent6" hlink="hlink" folHlink="folHlink"/>
    </a:extraClrScheme>
    <a:extraClrScheme>
      <a:clrScheme name="Blue Waves 12">
        <a:dk1>
          <a:srgbClr val="2D2015"/>
        </a:dk1>
        <a:lt1>
          <a:srgbClr val="FFFFFF"/>
        </a:lt1>
        <a:dk2>
          <a:srgbClr val="523E26"/>
        </a:dk2>
        <a:lt2>
          <a:srgbClr val="DFC08D"/>
        </a:lt2>
        <a:accent1>
          <a:srgbClr val="8C7B70"/>
        </a:accent1>
        <a:accent2>
          <a:srgbClr val="8F5F2F"/>
        </a:accent2>
        <a:accent3>
          <a:srgbClr val="B3AFAC"/>
        </a:accent3>
        <a:accent4>
          <a:srgbClr val="DADADA"/>
        </a:accent4>
        <a:accent5>
          <a:srgbClr val="C5BFBB"/>
        </a:accent5>
        <a:accent6>
          <a:srgbClr val="81552A"/>
        </a:accent6>
        <a:hlink>
          <a:srgbClr val="CCB400"/>
        </a:hlink>
        <a:folHlink>
          <a:srgbClr val="8C9EA0"/>
        </a:folHlink>
      </a:clrScheme>
      <a:clrMap bg1="dk2" tx1="lt1" bg2="dk1" tx2="lt2" accent1="accent1" accent2="accent2" accent3="accent3" accent4="accent4" accent5="accent5" accent6="accent6" hlink="hlink" folHlink="folHlink"/>
    </a:extraClrScheme>
    <a:extraClrScheme>
      <a:clrScheme name="Blue Waves 13">
        <a:dk1>
          <a:srgbClr val="000000"/>
        </a:dk1>
        <a:lt1>
          <a:srgbClr val="FFFFFF"/>
        </a:lt1>
        <a:dk2>
          <a:srgbClr val="000000"/>
        </a:dk2>
        <a:lt2>
          <a:srgbClr val="969696"/>
        </a:lt2>
        <a:accent1>
          <a:srgbClr val="0066CC"/>
        </a:accent1>
        <a:accent2>
          <a:srgbClr val="3399FF"/>
        </a:accent2>
        <a:accent3>
          <a:srgbClr val="FFFFFF"/>
        </a:accent3>
        <a:accent4>
          <a:srgbClr val="000000"/>
        </a:accent4>
        <a:accent5>
          <a:srgbClr val="AAB8E2"/>
        </a:accent5>
        <a:accent6>
          <a:srgbClr val="2D8AE7"/>
        </a:accent6>
        <a:hlink>
          <a:srgbClr val="CC3300"/>
        </a:hlink>
        <a:folHlink>
          <a:srgbClr val="996600"/>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自定义 160">
      <a:dk1>
        <a:srgbClr val="000000"/>
      </a:dk1>
      <a:lt1>
        <a:srgbClr val="FFFFFF"/>
      </a:lt1>
      <a:dk2>
        <a:srgbClr val="001548"/>
      </a:dk2>
      <a:lt2>
        <a:srgbClr val="F5F7FF"/>
      </a:lt2>
      <a:accent1>
        <a:srgbClr val="00A7FF"/>
      </a:accent1>
      <a:accent2>
        <a:srgbClr val="3386ED"/>
      </a:accent2>
      <a:accent3>
        <a:srgbClr val="33F0FF"/>
      </a:accent3>
      <a:accent4>
        <a:srgbClr val="FA406C"/>
      </a:accent4>
      <a:accent5>
        <a:srgbClr val="C933FE"/>
      </a:accent5>
      <a:accent6>
        <a:srgbClr val="FF00A7"/>
      </a:accent6>
      <a:hlink>
        <a:srgbClr val="304FFE"/>
      </a:hlink>
      <a:folHlink>
        <a:srgbClr val="492067"/>
      </a:folHlink>
    </a:clrScheme>
    <a:fontScheme name="字体-商务">
      <a:majorFont>
        <a:latin typeface="Inter Bold"/>
        <a:ea typeface="Inter Bold"/>
        <a:cs typeface=""/>
      </a:majorFont>
      <a:minorFont>
        <a:latin typeface="Inter"/>
        <a:ea typeface="Inter"/>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noFill/>
        <a:ln w="12700">
          <a:solidFill>
            <a:schemeClr val="tx1">
              <a:alpha val="70000"/>
            </a:schemeClr>
          </a:solidFill>
          <a:prstDash val="solid"/>
        </a:ln>
      </a:spPr>
      <a:bodyPr/>
      <a:lstStyle/>
    </a:lnDef>
  </a:objectDefaul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2676</Words>
  <Application>WPS Presentation</Application>
  <PresentationFormat>Widescreen</PresentationFormat>
  <Paragraphs>70</Paragraphs>
  <Slides>14</Slides>
  <Notes>0</Notes>
  <HiddenSlides>0</HiddenSlides>
  <MMClips>0</MMClips>
  <ScaleCrop>false</ScaleCrop>
  <HeadingPairs>
    <vt:vector size="6" baseType="variant">
      <vt:variant>
        <vt:lpstr>已用的字体</vt:lpstr>
      </vt:variant>
      <vt:variant>
        <vt:i4>10</vt:i4>
      </vt:variant>
      <vt:variant>
        <vt:lpstr>主题</vt:lpstr>
      </vt:variant>
      <vt:variant>
        <vt:i4>2</vt:i4>
      </vt:variant>
      <vt:variant>
        <vt:lpstr>幻灯片标题</vt:lpstr>
      </vt:variant>
      <vt:variant>
        <vt:i4>14</vt:i4>
      </vt:variant>
    </vt:vector>
  </HeadingPairs>
  <TitlesOfParts>
    <vt:vector size="26" baseType="lpstr">
      <vt:lpstr>Arial</vt:lpstr>
      <vt:lpstr>SimSun</vt:lpstr>
      <vt:lpstr>Wingdings</vt:lpstr>
      <vt:lpstr>Calibri Light</vt:lpstr>
      <vt:lpstr>Calibri</vt:lpstr>
      <vt:lpstr>Microsoft YaHei</vt:lpstr>
      <vt:lpstr>Arial Unicode MS</vt:lpstr>
      <vt:lpstr>Inter Bold</vt:lpstr>
      <vt:lpstr>Segoe Print</vt:lpstr>
      <vt:lpstr>Inter</vt:lpstr>
      <vt:lpstr>Blue Waves</vt:lpstr>
      <vt:lpstr>Office Theme</vt:lpstr>
      <vt:lpstr>Your title here</vt:lpstr>
      <vt:lpstr>Executive Summary</vt:lpstr>
      <vt:lpstr>PowerPoint 演示文稿</vt:lpstr>
      <vt:lpstr>Total Inquiry Trend</vt:lpstr>
      <vt:lpstr>Sales Trend</vt:lpstr>
      <vt:lpstr>Lead Source Performance</vt:lpstr>
      <vt:lpstr>Lead Pipeline Breakdown</vt:lpstr>
      <vt:lpstr>Project Revenue comparison</vt:lpstr>
      <vt:lpstr>Leads Vs Sales comparison</vt:lpstr>
      <vt:lpstr>Conversion rate</vt:lpstr>
      <vt:lpstr>Marketing Cost Vs Revenue</vt:lpstr>
      <vt:lpstr>ROI Analysis</vt:lpstr>
      <vt:lpstr>Recommendation</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WPS Presentation</dc:title>
  <dc:creator>HP</dc:creator>
  <cp:lastModifiedBy>WPS_1707205773</cp:lastModifiedBy>
  <cp:revision>9</cp:revision>
  <dcterms:created xsi:type="dcterms:W3CDTF">2025-07-23T00:59:00Z</dcterms:created>
  <dcterms:modified xsi:type="dcterms:W3CDTF">2025-12-13T09:52:09Z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8D4A8F6B26D742219E62377E1CB9AC89_11</vt:lpwstr>
  </property>
  <property fmtid="{D5CDD505-2E9C-101B-9397-08002B2CF9AE}" pid="3" name="KSOProductBuildVer">
    <vt:lpwstr>1033-12.2.0.23155</vt:lpwstr>
  </property>
</Properties>
</file>